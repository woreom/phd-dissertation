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3939"/>
    <a:srgbClr val="FFD9D9"/>
    <a:srgbClr val="FFAFAF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2A4798-852E-604E-BB0E-10ED201B348A}" v="121" dt="2025-10-31T19:26:47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0" autoAdjust="0"/>
    <p:restoredTop sz="94632"/>
  </p:normalViewPr>
  <p:slideViewPr>
    <p:cSldViewPr snapToGrid="0">
      <p:cViewPr>
        <p:scale>
          <a:sx n="66" d="100"/>
          <a:sy n="66" d="100"/>
        </p:scale>
        <p:origin x="123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ysal, Atik" userId="521c030f-7805-4c6f-ac38-9d88072b4e64" providerId="ADAL" clId="{60BBB2CE-A3A3-4E6E-8EA3-E82D29740CBF}"/>
    <pc:docChg chg="undo custSel addSld modSld">
      <pc:chgData name="Faysal, Atik" userId="521c030f-7805-4c6f-ac38-9d88072b4e64" providerId="ADAL" clId="{60BBB2CE-A3A3-4E6E-8EA3-E82D29740CBF}" dt="2025-10-28T19:45:16.703" v="454" actId="20577"/>
      <pc:docMkLst>
        <pc:docMk/>
      </pc:docMkLst>
      <pc:sldChg chg="addSp delSp modSp mod">
        <pc:chgData name="Faysal, Atik" userId="521c030f-7805-4c6f-ac38-9d88072b4e64" providerId="ADAL" clId="{60BBB2CE-A3A3-4E6E-8EA3-E82D29740CBF}" dt="2025-10-28T18:53:25.914" v="61"/>
        <pc:sldMkLst>
          <pc:docMk/>
          <pc:sldMk cId="1169736913" sldId="256"/>
        </pc:sldMkLst>
        <pc:spChg chg="add mod">
          <ac:chgData name="Faysal, Atik" userId="521c030f-7805-4c6f-ac38-9d88072b4e64" providerId="ADAL" clId="{60BBB2CE-A3A3-4E6E-8EA3-E82D29740CBF}" dt="2025-10-28T18:41:52.374" v="44" actId="14100"/>
          <ac:spMkLst>
            <pc:docMk/>
            <pc:sldMk cId="1169736913" sldId="256"/>
            <ac:spMk id="2" creationId="{722151A8-A314-9B8B-C60F-F7EA7B7C2B3F}"/>
          </ac:spMkLst>
        </pc:spChg>
        <pc:spChg chg="mod topLvl">
          <ac:chgData name="Faysal, Atik" userId="521c030f-7805-4c6f-ac38-9d88072b4e64" providerId="ADAL" clId="{60BBB2CE-A3A3-4E6E-8EA3-E82D29740CBF}" dt="2025-10-28T18:47:12.657" v="46" actId="208"/>
          <ac:spMkLst>
            <pc:docMk/>
            <pc:sldMk cId="1169736913" sldId="256"/>
            <ac:spMk id="15" creationId="{5F60B6BD-B7B5-5B4D-0E81-0844E1D357AC}"/>
          </ac:spMkLst>
        </pc:spChg>
        <pc:spChg chg="add mod">
          <ac:chgData name="Faysal, Atik" userId="521c030f-7805-4c6f-ac38-9d88072b4e64" providerId="ADAL" clId="{60BBB2CE-A3A3-4E6E-8EA3-E82D29740CBF}" dt="2025-10-28T18:51:35.820" v="58" actId="208"/>
          <ac:spMkLst>
            <pc:docMk/>
            <pc:sldMk cId="1169736913" sldId="256"/>
            <ac:spMk id="20" creationId="{9ABE9360-CE11-6F20-D917-D0C3E5DFDE5F}"/>
          </ac:spMkLst>
        </pc:spChg>
        <pc:spChg chg="add mod">
          <ac:chgData name="Faysal, Atik" userId="521c030f-7805-4c6f-ac38-9d88072b4e64" providerId="ADAL" clId="{60BBB2CE-A3A3-4E6E-8EA3-E82D29740CBF}" dt="2025-10-28T18:51:41.859" v="60" actId="207"/>
          <ac:spMkLst>
            <pc:docMk/>
            <pc:sldMk cId="1169736913" sldId="256"/>
            <ac:spMk id="26" creationId="{17D77B57-CB8C-ED9E-C755-C2214FB36853}"/>
          </ac:spMkLst>
        </pc:spChg>
        <pc:picChg chg="add mod">
          <ac:chgData name="Faysal, Atik" userId="521c030f-7805-4c6f-ac38-9d88072b4e64" providerId="ADAL" clId="{60BBB2CE-A3A3-4E6E-8EA3-E82D29740CBF}" dt="2025-10-28T18:47:46.423" v="57" actId="1076"/>
          <ac:picMkLst>
            <pc:docMk/>
            <pc:sldMk cId="1169736913" sldId="256"/>
            <ac:picMk id="3" creationId="{F921BD6A-4987-7A3F-9B28-CDD8D1F6A189}"/>
          </ac:picMkLst>
        </pc:picChg>
        <pc:picChg chg="add mod">
          <ac:chgData name="Faysal, Atik" userId="521c030f-7805-4c6f-ac38-9d88072b4e64" providerId="ADAL" clId="{60BBB2CE-A3A3-4E6E-8EA3-E82D29740CBF}" dt="2025-10-28T18:47:46.423" v="57" actId="1076"/>
          <ac:picMkLst>
            <pc:docMk/>
            <pc:sldMk cId="1169736913" sldId="256"/>
            <ac:picMk id="4" creationId="{29F821E5-48D2-C1B0-42D2-6AE5A639E00A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5" creationId="{33FEC325-71EE-C931-092C-B358B1BD9D49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6" creationId="{1823D2E0-FCB9-41B3-327A-D29CDBDE74DC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8" creationId="{92B01E8E-5D3D-45FF-F89C-AD3F77A86CD4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9" creationId="{CD074D0E-4F9E-F5A1-72D5-BE16C64E7A2E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11" creationId="{3EEFAC57-3338-28C8-A2B4-AA28AF188F96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13" creationId="{3E3EA106-ADE2-A677-7DA7-8AA8AD0E803A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14" creationId="{6011DE9C-DFA1-2F58-11ED-445D579C2712}"/>
          </ac:picMkLst>
        </pc:picChg>
        <pc:picChg chg="add mod">
          <ac:chgData name="Faysal, Atik" userId="521c030f-7805-4c6f-ac38-9d88072b4e64" providerId="ADAL" clId="{60BBB2CE-A3A3-4E6E-8EA3-E82D29740CBF}" dt="2025-10-28T18:47:46.423" v="57" actId="1076"/>
          <ac:picMkLst>
            <pc:docMk/>
            <pc:sldMk cId="1169736913" sldId="256"/>
            <ac:picMk id="17" creationId="{FBAB7FC1-1967-237D-277F-AF5D887FBE16}"/>
          </ac:picMkLst>
        </pc:picChg>
        <pc:picChg chg="add">
          <ac:chgData name="Faysal, Atik" userId="521c030f-7805-4c6f-ac38-9d88072b4e64" providerId="ADAL" clId="{60BBB2CE-A3A3-4E6E-8EA3-E82D29740CBF}" dt="2025-10-28T18:53:25.914" v="61"/>
          <ac:picMkLst>
            <pc:docMk/>
            <pc:sldMk cId="1169736913" sldId="256"/>
            <ac:picMk id="1026" creationId="{CB27A606-E95E-1CB0-D2F9-5CFBC04B318C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1028" creationId="{35B65488-90F7-0691-5DF0-1397B506B895}"/>
          </ac:picMkLst>
        </pc:picChg>
        <pc:picChg chg="mod topLvl">
          <ac:chgData name="Faysal, Atik" userId="521c030f-7805-4c6f-ac38-9d88072b4e64" providerId="ADAL" clId="{60BBB2CE-A3A3-4E6E-8EA3-E82D29740CBF}" dt="2025-10-28T18:41:49.743" v="43" actId="1076"/>
          <ac:picMkLst>
            <pc:docMk/>
            <pc:sldMk cId="1169736913" sldId="256"/>
            <ac:picMk id="1030" creationId="{1436372F-2086-1413-701E-2A47D842D78F}"/>
          </ac:picMkLst>
        </pc:picChg>
        <pc:cxnChg chg="mod">
          <ac:chgData name="Faysal, Atik" userId="521c030f-7805-4c6f-ac38-9d88072b4e64" providerId="ADAL" clId="{60BBB2CE-A3A3-4E6E-8EA3-E82D29740CBF}" dt="2025-10-28T18:47:46.423" v="57" actId="1076"/>
          <ac:cxnSpMkLst>
            <pc:docMk/>
            <pc:sldMk cId="1169736913" sldId="256"/>
            <ac:cxnSpMk id="25" creationId="{12EDA471-E867-8B9F-9F68-5C21E5E901B3}"/>
          </ac:cxnSpMkLst>
        </pc:cxnChg>
        <pc:cxnChg chg="mod">
          <ac:chgData name="Faysal, Atik" userId="521c030f-7805-4c6f-ac38-9d88072b4e64" providerId="ADAL" clId="{60BBB2CE-A3A3-4E6E-8EA3-E82D29740CBF}" dt="2025-10-28T18:41:49.743" v="43" actId="1076"/>
          <ac:cxnSpMkLst>
            <pc:docMk/>
            <pc:sldMk cId="1169736913" sldId="256"/>
            <ac:cxnSpMk id="28" creationId="{6C523AB2-873F-1DCA-C34B-8E7FF04A029E}"/>
          </ac:cxnSpMkLst>
        </pc:cxnChg>
      </pc:sldChg>
      <pc:sldChg chg="addSp delSp modSp add mod">
        <pc:chgData name="Faysal, Atik" userId="521c030f-7805-4c6f-ac38-9d88072b4e64" providerId="ADAL" clId="{60BBB2CE-A3A3-4E6E-8EA3-E82D29740CBF}" dt="2025-10-28T19:45:16.703" v="454" actId="20577"/>
        <pc:sldMkLst>
          <pc:docMk/>
          <pc:sldMk cId="1993591265" sldId="257"/>
        </pc:sldMkLst>
        <pc:spChg chg="mod">
          <ac:chgData name="Faysal, Atik" userId="521c030f-7805-4c6f-ac38-9d88072b4e64" providerId="ADAL" clId="{60BBB2CE-A3A3-4E6E-8EA3-E82D29740CBF}" dt="2025-10-28T19:45:16.703" v="454" actId="20577"/>
          <ac:spMkLst>
            <pc:docMk/>
            <pc:sldMk cId="1993591265" sldId="257"/>
            <ac:spMk id="2" creationId="{873F05A5-F924-D358-C7F7-946DF4A0A387}"/>
          </ac:spMkLst>
        </pc:spChg>
        <pc:spChg chg="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15" creationId="{249482BA-5EA7-D290-E48C-C85015BC8A8F}"/>
          </ac:spMkLst>
        </pc:spChg>
        <pc:spChg chg="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20" creationId="{B54FF140-CCE0-96E1-6C34-D3172A144B75}"/>
          </ac:spMkLst>
        </pc:spChg>
        <pc:spChg chg="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26" creationId="{FF8ED874-38A5-F13B-A3E1-239C3C3B3467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35" creationId="{9B7620F2-B033-891B-B8DE-D40DDA7D038F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39" creationId="{8CD3B019-A25D-58A4-351A-491BB745359C}"/>
          </ac:spMkLst>
        </pc:spChg>
        <pc:spChg chg="add mod">
          <ac:chgData name="Faysal, Atik" userId="521c030f-7805-4c6f-ac38-9d88072b4e64" providerId="ADAL" clId="{60BBB2CE-A3A3-4E6E-8EA3-E82D29740CBF}" dt="2025-10-28T19:09:37.719" v="181" actId="208"/>
          <ac:spMkLst>
            <pc:docMk/>
            <pc:sldMk cId="1993591265" sldId="257"/>
            <ac:spMk id="49" creationId="{F825A5D5-428D-54AF-67C5-33344A139485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53" creationId="{5FBB2620-EC24-FEE5-E46D-A9AB1F04E9F5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1027" creationId="{B8B80EA9-DBDF-EC4A-23BC-84F805700ECF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1061" creationId="{D447CD46-0514-259F-4362-7DEE8CFD3AF6}"/>
          </ac:spMkLst>
        </pc:spChg>
        <pc:spChg chg="add mod">
          <ac:chgData name="Faysal, Atik" userId="521c030f-7805-4c6f-ac38-9d88072b4e64" providerId="ADAL" clId="{60BBB2CE-A3A3-4E6E-8EA3-E82D29740CBF}" dt="2025-10-28T19:38:17.385" v="441" actId="164"/>
          <ac:spMkLst>
            <pc:docMk/>
            <pc:sldMk cId="1993591265" sldId="257"/>
            <ac:spMk id="1065" creationId="{27D5603F-B0DD-4B2E-0B7A-DFAEBBCC37C4}"/>
          </ac:spMkLst>
        </pc:spChg>
        <pc:picChg chg="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3" creationId="{2B3D2E65-CE39-2B64-FD2D-F7EA94FB79BF}"/>
          </ac:picMkLst>
        </pc:picChg>
        <pc:picChg chg="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4" creationId="{13740C2B-6F1E-F12E-14AD-B5E7ECE90FED}"/>
          </ac:picMkLst>
        </pc:picChg>
        <pc:picChg chg="mod">
          <ac:chgData name="Faysal, Atik" userId="521c030f-7805-4c6f-ac38-9d88072b4e64" providerId="ADAL" clId="{60BBB2CE-A3A3-4E6E-8EA3-E82D29740CBF}" dt="2025-10-28T19:06:01.958" v="135" actId="1076"/>
          <ac:picMkLst>
            <pc:docMk/>
            <pc:sldMk cId="1993591265" sldId="257"/>
            <ac:picMk id="5" creationId="{44F0F6FB-ED52-2BA5-8F24-1806CB949F70}"/>
          </ac:picMkLst>
        </pc:picChg>
        <pc:picChg chg="mod">
          <ac:chgData name="Faysal, Atik" userId="521c030f-7805-4c6f-ac38-9d88072b4e64" providerId="ADAL" clId="{60BBB2CE-A3A3-4E6E-8EA3-E82D29740CBF}" dt="2025-10-28T19:06:01.958" v="135" actId="1076"/>
          <ac:picMkLst>
            <pc:docMk/>
            <pc:sldMk cId="1993591265" sldId="257"/>
            <ac:picMk id="6" creationId="{0D16A8D4-2490-96C1-EE0F-CDE437EDDEE8}"/>
          </ac:picMkLst>
        </pc:picChg>
        <pc:picChg chg="mod">
          <ac:chgData name="Faysal, Atik" userId="521c030f-7805-4c6f-ac38-9d88072b4e64" providerId="ADAL" clId="{60BBB2CE-A3A3-4E6E-8EA3-E82D29740CBF}" dt="2025-10-28T19:06:26.388" v="136" actId="1076"/>
          <ac:picMkLst>
            <pc:docMk/>
            <pc:sldMk cId="1993591265" sldId="257"/>
            <ac:picMk id="9" creationId="{3ABF5E93-0612-3F0B-FD60-E1B89EBD1F4C}"/>
          </ac:picMkLst>
        </pc:picChg>
        <pc:picChg chg="mod">
          <ac:chgData name="Faysal, Atik" userId="521c030f-7805-4c6f-ac38-9d88072b4e64" providerId="ADAL" clId="{60BBB2CE-A3A3-4E6E-8EA3-E82D29740CBF}" dt="2025-10-28T19:06:26.388" v="136" actId="1076"/>
          <ac:picMkLst>
            <pc:docMk/>
            <pc:sldMk cId="1993591265" sldId="257"/>
            <ac:picMk id="11" creationId="{34644054-B64B-7D40-EBB0-80050E39B328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55" creationId="{D4198949-A50E-72F7-D356-B130E89192A0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56" creationId="{446EF8A4-0E1D-4DED-456C-38C0114A7085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57" creationId="{4ED81EA5-73B7-18CB-2339-39345818E37B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58" creationId="{05FF73CB-FFED-062F-5ACF-0E639848D0EE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59" creationId="{9EB4D5EB-909C-CF05-5ECC-D66C70DDB9C4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60" creationId="{D30E5AA5-B1FA-0BCB-DAA4-BBA5A34FB9BA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61" creationId="{3E7A2395-CB3A-A326-B018-872A38A08E0B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62" creationId="{09B9D84E-7F8B-E16B-106C-CF466BEFB0AA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63" creationId="{985F3792-6F3E-6534-9D93-57154983A486}"/>
          </ac:picMkLst>
        </pc:picChg>
        <pc:picChg chg="mod">
          <ac:chgData name="Faysal, Atik" userId="521c030f-7805-4c6f-ac38-9d88072b4e64" providerId="ADAL" clId="{60BBB2CE-A3A3-4E6E-8EA3-E82D29740CBF}" dt="2025-10-28T19:21:13.719" v="348" actId="1076"/>
          <ac:picMkLst>
            <pc:docMk/>
            <pc:sldMk cId="1993591265" sldId="257"/>
            <ac:picMk id="1024" creationId="{DE4A8407-7BCC-76D2-44DB-F7524CBFBEBE}"/>
          </ac:picMkLst>
        </pc:picChg>
        <pc:picChg chg="add mod">
          <ac:chgData name="Faysal, Atik" userId="521c030f-7805-4c6f-ac38-9d88072b4e64" providerId="ADAL" clId="{60BBB2CE-A3A3-4E6E-8EA3-E82D29740CBF}" dt="2025-10-28T19:21:25.803" v="350" actId="1076"/>
          <ac:picMkLst>
            <pc:docMk/>
            <pc:sldMk cId="1993591265" sldId="257"/>
            <ac:picMk id="1025" creationId="{8944053C-2AD6-F911-4501-BD2811EA9741}"/>
          </ac:picMkLst>
        </pc:picChg>
        <pc:picChg chg="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1026" creationId="{723007CB-6840-EAAA-A919-8B6A5CDEE442}"/>
          </ac:picMkLst>
        </pc:picChg>
        <pc:picChg chg="add mod">
          <ac:chgData name="Faysal, Atik" userId="521c030f-7805-4c6f-ac38-9d88072b4e64" providerId="ADAL" clId="{60BBB2CE-A3A3-4E6E-8EA3-E82D29740CBF}" dt="2025-10-28T19:34:46.333" v="431" actId="1076"/>
          <ac:picMkLst>
            <pc:docMk/>
            <pc:sldMk cId="1993591265" sldId="257"/>
            <ac:picMk id="1057" creationId="{14BE2403-8C97-8EA9-C770-F47AFBB82CA1}"/>
          </ac:picMkLst>
        </pc:picChg>
        <pc:picChg chg="add mod">
          <ac:chgData name="Faysal, Atik" userId="521c030f-7805-4c6f-ac38-9d88072b4e64" providerId="ADAL" clId="{60BBB2CE-A3A3-4E6E-8EA3-E82D29740CBF}" dt="2025-10-28T19:34:46.333" v="431" actId="1076"/>
          <ac:picMkLst>
            <pc:docMk/>
            <pc:sldMk cId="1993591265" sldId="257"/>
            <ac:picMk id="1059" creationId="{17238672-C61B-89C1-B765-807B119D4075}"/>
          </ac:picMkLst>
        </pc:picChg>
        <pc:picChg chg="add mod">
          <ac:chgData name="Faysal, Atik" userId="521c030f-7805-4c6f-ac38-9d88072b4e64" providerId="ADAL" clId="{60BBB2CE-A3A3-4E6E-8EA3-E82D29740CBF}" dt="2025-10-28T19:34:46.333" v="431" actId="1076"/>
          <ac:picMkLst>
            <pc:docMk/>
            <pc:sldMk cId="1993591265" sldId="257"/>
            <ac:picMk id="1060" creationId="{FE95A1D4-2F07-DC45-98DD-611A97FFF14C}"/>
          </ac:picMkLst>
        </pc:picChg>
        <pc:picChg chg="add mod">
          <ac:chgData name="Faysal, Atik" userId="521c030f-7805-4c6f-ac38-9d88072b4e64" providerId="ADAL" clId="{60BBB2CE-A3A3-4E6E-8EA3-E82D29740CBF}" dt="2025-10-28T19:35:25.712" v="437" actId="1076"/>
          <ac:picMkLst>
            <pc:docMk/>
            <pc:sldMk cId="1993591265" sldId="257"/>
            <ac:picMk id="1074" creationId="{B518185C-1897-E272-D583-C94E51CF14FC}"/>
          </ac:picMkLst>
        </pc:picChg>
        <pc:picChg chg="add mod">
          <ac:chgData name="Faysal, Atik" userId="521c030f-7805-4c6f-ac38-9d88072b4e64" providerId="ADAL" clId="{60BBB2CE-A3A3-4E6E-8EA3-E82D29740CBF}" dt="2025-10-28T19:35:17.984" v="436" actId="1076"/>
          <ac:picMkLst>
            <pc:docMk/>
            <pc:sldMk cId="1993591265" sldId="257"/>
            <ac:picMk id="1076" creationId="{1F2E4C54-7458-A6F3-F128-9D10BCEF1D68}"/>
          </ac:picMkLst>
        </pc:picChg>
        <pc:picChg chg="add mod">
          <ac:chgData name="Faysal, Atik" userId="521c030f-7805-4c6f-ac38-9d88072b4e64" providerId="ADAL" clId="{60BBB2CE-A3A3-4E6E-8EA3-E82D29740CBF}" dt="2025-10-28T19:35:10.884" v="434" actId="1076"/>
          <ac:picMkLst>
            <pc:docMk/>
            <pc:sldMk cId="1993591265" sldId="257"/>
            <ac:picMk id="1078" creationId="{08B6BEE4-BBDF-E9F5-27B2-7DBF093E379D}"/>
          </ac:picMkLst>
        </pc:picChg>
        <pc:picChg chg="add 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2050" creationId="{B62279BC-BE0D-89BD-B46B-95F609E06198}"/>
          </ac:picMkLst>
        </pc:picChg>
        <pc:picChg chg="add 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2054" creationId="{A251E040-8FA0-B785-1447-F71DCF3102E6}"/>
          </ac:picMkLst>
        </pc:picChg>
        <pc:picChg chg="add mod">
          <ac:chgData name="Faysal, Atik" userId="521c030f-7805-4c6f-ac38-9d88072b4e64" providerId="ADAL" clId="{60BBB2CE-A3A3-4E6E-8EA3-E82D29740CBF}" dt="2025-10-28T19:06:48.369" v="139" actId="1076"/>
          <ac:picMkLst>
            <pc:docMk/>
            <pc:sldMk cId="1993591265" sldId="257"/>
            <ac:picMk id="2056" creationId="{3B7F6868-7CF4-45EF-3512-6E68294DFA64}"/>
          </ac:picMkLst>
        </pc:picChg>
        <pc:picChg chg="add mod">
          <ac:chgData name="Faysal, Atik" userId="521c030f-7805-4c6f-ac38-9d88072b4e64" providerId="ADAL" clId="{60BBB2CE-A3A3-4E6E-8EA3-E82D29740CBF}" dt="2025-10-28T19:34:46.333" v="431" actId="1076"/>
          <ac:picMkLst>
            <pc:docMk/>
            <pc:sldMk cId="1993591265" sldId="257"/>
            <ac:picMk id="2058" creationId="{1ABA2383-4230-B83E-A134-8F63872EBFA3}"/>
          </ac:picMkLst>
        </pc:picChg>
        <pc:cxnChg chg="add mod">
          <ac:chgData name="Faysal, Atik" userId="521c030f-7805-4c6f-ac38-9d88072b4e64" providerId="ADAL" clId="{60BBB2CE-A3A3-4E6E-8EA3-E82D29740CBF}" dt="2025-10-28T19:00:46.837" v="118" actId="14100"/>
          <ac:cxnSpMkLst>
            <pc:docMk/>
            <pc:sldMk cId="1993591265" sldId="257"/>
            <ac:cxnSpMk id="7" creationId="{8C3ECE1C-1436-5689-E871-EFEA1D540B2B}"/>
          </ac:cxnSpMkLst>
        </pc:cxnChg>
        <pc:cxnChg chg="add mod">
          <ac:chgData name="Faysal, Atik" userId="521c030f-7805-4c6f-ac38-9d88072b4e64" providerId="ADAL" clId="{60BBB2CE-A3A3-4E6E-8EA3-E82D29740CBF}" dt="2025-10-28T19:06:48.369" v="139" actId="1076"/>
          <ac:cxnSpMkLst>
            <pc:docMk/>
            <pc:sldMk cId="1993591265" sldId="257"/>
            <ac:cxnSpMk id="10" creationId="{B336F6F7-2C12-C030-8E4F-14422B4B6DEC}"/>
          </ac:cxnSpMkLst>
        </pc:cxnChg>
        <pc:cxnChg chg="mod">
          <ac:chgData name="Faysal, Atik" userId="521c030f-7805-4c6f-ac38-9d88072b4e64" providerId="ADAL" clId="{60BBB2CE-A3A3-4E6E-8EA3-E82D29740CBF}" dt="2025-10-28T18:58:34.694" v="91" actId="1076"/>
          <ac:cxnSpMkLst>
            <pc:docMk/>
            <pc:sldMk cId="1993591265" sldId="257"/>
            <ac:cxnSpMk id="25" creationId="{B242D237-31EB-CA5F-BD59-370C264BC4C0}"/>
          </ac:cxnSpMkLst>
        </pc:cxnChg>
        <pc:cxnChg chg="mod">
          <ac:chgData name="Faysal, Atik" userId="521c030f-7805-4c6f-ac38-9d88072b4e64" providerId="ADAL" clId="{60BBB2CE-A3A3-4E6E-8EA3-E82D29740CBF}" dt="2025-10-28T19:06:01.958" v="135" actId="1076"/>
          <ac:cxnSpMkLst>
            <pc:docMk/>
            <pc:sldMk cId="1993591265" sldId="257"/>
            <ac:cxnSpMk id="28" creationId="{D0BB2C74-5B22-3D18-43C3-CCF28F0A9832}"/>
          </ac:cxnSpMkLst>
        </pc:cxnChg>
        <pc:cxnChg chg="add mod">
          <ac:chgData name="Faysal, Atik" userId="521c030f-7805-4c6f-ac38-9d88072b4e64" providerId="ADAL" clId="{60BBB2CE-A3A3-4E6E-8EA3-E82D29740CBF}" dt="2025-10-28T19:34:46.333" v="431" actId="1076"/>
          <ac:cxnSpMkLst>
            <pc:docMk/>
            <pc:sldMk cId="1993591265" sldId="257"/>
            <ac:cxnSpMk id="1067" creationId="{B9DB6597-ED37-D73A-A881-5C0B7C355E79}"/>
          </ac:cxnSpMkLst>
        </pc:cxnChg>
      </pc:sldChg>
    </pc:docChg>
  </pc:docChgLst>
  <pc:docChgLst>
    <pc:chgData name="Faysal, Atik" userId="521c030f-7805-4c6f-ac38-9d88072b4e64" providerId="ADAL" clId="{85F96CC4-A0D5-470B-8A01-4B09BFCE2DBD}"/>
    <pc:docChg chg="undo custSel modSld">
      <pc:chgData name="Faysal, Atik" userId="521c030f-7805-4c6f-ac38-9d88072b4e64" providerId="ADAL" clId="{85F96CC4-A0D5-470B-8A01-4B09BFCE2DBD}" dt="2025-10-28T15:21:29.115" v="31" actId="164"/>
      <pc:docMkLst>
        <pc:docMk/>
      </pc:docMkLst>
      <pc:sldChg chg="addSp delSp modSp mod">
        <pc:chgData name="Faysal, Atik" userId="521c030f-7805-4c6f-ac38-9d88072b4e64" providerId="ADAL" clId="{85F96CC4-A0D5-470B-8A01-4B09BFCE2DBD}" dt="2025-10-28T15:21:29.115" v="31" actId="164"/>
        <pc:sldMkLst>
          <pc:docMk/>
          <pc:sldMk cId="1169736913" sldId="256"/>
        </pc:sldMkLst>
        <pc:spChg chg="add mod">
          <ac:chgData name="Faysal, Atik" userId="521c030f-7805-4c6f-ac38-9d88072b4e64" providerId="ADAL" clId="{85F96CC4-A0D5-470B-8A01-4B09BFCE2DBD}" dt="2025-10-28T15:21:29.115" v="31" actId="164"/>
          <ac:spMkLst>
            <pc:docMk/>
            <pc:sldMk cId="1169736913" sldId="256"/>
            <ac:spMk id="15" creationId="{5F60B6BD-B7B5-5B4D-0E81-0844E1D357AC}"/>
          </ac:spMkLst>
        </pc:sp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5" creationId="{33FEC325-71EE-C931-092C-B358B1BD9D49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6" creationId="{1823D2E0-FCB9-41B3-327A-D29CDBDE74DC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8" creationId="{92B01E8E-5D3D-45FF-F89C-AD3F77A86CD4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9" creationId="{CD074D0E-4F9E-F5A1-72D5-BE16C64E7A2E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11" creationId="{3EEFAC57-3338-28C8-A2B4-AA28AF188F96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13" creationId="{3E3EA106-ADE2-A677-7DA7-8AA8AD0E803A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14" creationId="{6011DE9C-DFA1-2F58-11ED-445D579C2712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1028" creationId="{35B65488-90F7-0691-5DF0-1397B506B895}"/>
          </ac:picMkLst>
        </pc:picChg>
        <pc:picChg chg="mod">
          <ac:chgData name="Faysal, Atik" userId="521c030f-7805-4c6f-ac38-9d88072b4e64" providerId="ADAL" clId="{85F96CC4-A0D5-470B-8A01-4B09BFCE2DBD}" dt="2025-10-28T15:21:29.115" v="31" actId="164"/>
          <ac:picMkLst>
            <pc:docMk/>
            <pc:sldMk cId="1169736913" sldId="256"/>
            <ac:picMk id="1030" creationId="{1436372F-2086-1413-701E-2A47D842D78F}"/>
          </ac:picMkLst>
        </pc:picChg>
        <pc:cxnChg chg="add mod">
          <ac:chgData name="Faysal, Atik" userId="521c030f-7805-4c6f-ac38-9d88072b4e64" providerId="ADAL" clId="{85F96CC4-A0D5-470B-8A01-4B09BFCE2DBD}" dt="2025-10-24T16:11:36.521" v="17" actId="693"/>
          <ac:cxnSpMkLst>
            <pc:docMk/>
            <pc:sldMk cId="1169736913" sldId="256"/>
            <ac:cxnSpMk id="23" creationId="{103A298E-D60A-4543-756A-8F9ADDE6CF1E}"/>
          </ac:cxnSpMkLst>
        </pc:cxnChg>
        <pc:cxnChg chg="add mod">
          <ac:chgData name="Faysal, Atik" userId="521c030f-7805-4c6f-ac38-9d88072b4e64" providerId="ADAL" clId="{85F96CC4-A0D5-470B-8A01-4B09BFCE2DBD}" dt="2025-10-24T16:12:15.686" v="24" actId="1076"/>
          <ac:cxnSpMkLst>
            <pc:docMk/>
            <pc:sldMk cId="1169736913" sldId="256"/>
            <ac:cxnSpMk id="24" creationId="{A12410B1-8EB4-7D83-BF93-93F35803CD47}"/>
          </ac:cxnSpMkLst>
        </pc:cxnChg>
        <pc:cxnChg chg="add mod">
          <ac:chgData name="Faysal, Atik" userId="521c030f-7805-4c6f-ac38-9d88072b4e64" providerId="ADAL" clId="{85F96CC4-A0D5-470B-8A01-4B09BFCE2DBD}" dt="2025-10-24T16:12:40.941" v="30" actId="693"/>
          <ac:cxnSpMkLst>
            <pc:docMk/>
            <pc:sldMk cId="1169736913" sldId="256"/>
            <ac:cxnSpMk id="28" creationId="{6C523AB2-873F-1DCA-C34B-8E7FF04A029E}"/>
          </ac:cxnSpMkLst>
        </pc:cxnChg>
      </pc:sldChg>
    </pc:docChg>
  </pc:docChgLst>
  <pc:docChgLst>
    <pc:chgData name="Faysal, Atik" userId="521c030f-7805-4c6f-ac38-9d88072b4e64" providerId="ADAL" clId="{288D967C-2D40-5C21-BA3E-1D5EC8B6E9DA}"/>
    <pc:docChg chg="undo redo custSel addSld modSld sldOrd">
      <pc:chgData name="Faysal, Atik" userId="521c030f-7805-4c6f-ac38-9d88072b4e64" providerId="ADAL" clId="{288D967C-2D40-5C21-BA3E-1D5EC8B6E9DA}" dt="2025-10-31T19:27:41.029" v="344" actId="164"/>
      <pc:docMkLst>
        <pc:docMk/>
      </pc:docMkLst>
      <pc:sldChg chg="addSp delSp modSp mod delAnim">
        <pc:chgData name="Faysal, Atik" userId="521c030f-7805-4c6f-ac38-9d88072b4e64" providerId="ADAL" clId="{288D967C-2D40-5C21-BA3E-1D5EC8B6E9DA}" dt="2025-10-31T19:27:41.029" v="344" actId="164"/>
        <pc:sldMkLst>
          <pc:docMk/>
          <pc:sldMk cId="2803761704" sldId="258"/>
        </pc:sldMkLst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18" creationId="{9EE868FD-0A1B-C2E7-3E0F-4B62F6924078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26" creationId="{5C96F3D0-E910-624A-3D2A-E383651F9E73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35" creationId="{5F1FB79B-4F8F-419A-946B-8D92F4FE83A6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40" creationId="{F9681600-62A5-C590-F91B-C9D186578885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42" creationId="{8F661115-AB07-BE32-91A3-4263ACAEF8D0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43" creationId="{3B248979-23DD-ED28-8599-6710F0517A11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28" creationId="{A5BCCADD-56EA-015B-EF8B-6AE8284BC907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1041" creationId="{6E52B243-EC2C-8C31-A1C4-89D70C067320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48" creationId="{5192E78B-1824-F6EB-3CCC-18612CBB216E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1050" creationId="{D76C07BD-9D18-E801-879F-B51EE2E14E34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62" creationId="{FDC8F54F-FC0F-8A60-0A64-C74D39BEF6B7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69" creationId="{0B33A440-14B3-39CE-935D-4DB7DEBC0DC3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1071" creationId="{40219350-BB0A-7197-7DF3-AA1AFA5D7229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74" creationId="{853B6D23-D57B-0B07-A75F-2C2088B3A400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75" creationId="{29C0676F-0765-B97C-15C9-EFBB68924F01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78" creationId="{5E9AAD3F-79D5-052D-6FE9-E02E47E430C8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79" creationId="{EF92513F-2F19-9F74-1061-9F28EB998D77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80" creationId="{D148421C-DF2E-FB68-59B8-F39C97021C8C}"/>
          </ac:spMkLst>
        </pc:spChg>
        <pc:spChg chg="mod">
          <ac:chgData name="Faysal, Atik" userId="521c030f-7805-4c6f-ac38-9d88072b4e64" providerId="ADAL" clId="{288D967C-2D40-5C21-BA3E-1D5EC8B6E9DA}" dt="2025-10-31T19:26:44.205" v="330" actId="1076"/>
          <ac:spMkLst>
            <pc:docMk/>
            <pc:sldMk cId="2803761704" sldId="258"/>
            <ac:spMk id="1083" creationId="{5C261A86-5DE1-6043-A23E-BD5A822A2F36}"/>
          </ac:spMkLst>
        </pc:spChg>
        <pc:spChg chg="mod">
          <ac:chgData name="Faysal, Atik" userId="521c030f-7805-4c6f-ac38-9d88072b4e64" providerId="ADAL" clId="{288D967C-2D40-5C21-BA3E-1D5EC8B6E9DA}" dt="2025-10-31T19:12:43.567" v="283" actId="14100"/>
          <ac:spMkLst>
            <pc:docMk/>
            <pc:sldMk cId="2803761704" sldId="258"/>
            <ac:spMk id="1086" creationId="{D72BED8E-F382-7E8A-4AA7-09EB298C8FB8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66" creationId="{3A28FBA2-B31C-C0FE-88EB-42469CB31969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69" creationId="{C4A81559-1914-87BA-977D-52ED6D193FCB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75" creationId="{25A20308-7134-51D9-78D2-F3244907C10B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78" creationId="{A3E10BC3-4DA0-8075-2F3D-E61C8B5B39BD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84" creationId="{77A8BCAF-3512-32D1-AFCA-AAE7B5F5DDA2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86" creationId="{F239A4C1-414D-C0EC-7DD7-64C9ABFA1065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87" creationId="{190B2DDC-B491-5AA2-3BAB-C8A3743A89C2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90" creationId="{41A20090-1558-4350-0E88-8CDB83C9E429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92" creationId="{699FF29E-9066-D0EF-3E57-590363B28E5A}"/>
          </ac:spMkLst>
        </pc:spChg>
        <pc:spChg chg="mod">
          <ac:chgData name="Faysal, Atik" userId="521c030f-7805-4c6f-ac38-9d88072b4e64" providerId="ADAL" clId="{288D967C-2D40-5C21-BA3E-1D5EC8B6E9DA}" dt="2025-10-31T19:12:49.264" v="284"/>
          <ac:spMkLst>
            <pc:docMk/>
            <pc:sldMk cId="2803761704" sldId="258"/>
            <ac:spMk id="2094" creationId="{1BB835FB-3BCD-1FF3-301A-1B4081825685}"/>
          </ac:spMkLst>
        </pc:spChg>
        <pc:grpChg chg="add">
          <ac:chgData name="Faysal, Atik" userId="521c030f-7805-4c6f-ac38-9d88072b4e64" providerId="ADAL" clId="{288D967C-2D40-5C21-BA3E-1D5EC8B6E9DA}" dt="2025-10-31T19:14:33.815" v="301" actId="164"/>
          <ac:grpSpMkLst>
            <pc:docMk/>
            <pc:sldMk cId="2803761704" sldId="258"/>
            <ac:grpSpMk id="2104" creationId="{75746770-D23C-1B8C-4535-6C39534E4DF3}"/>
          </ac:grpSpMkLst>
        </pc:grpChg>
        <pc:grpChg chg="add">
          <ac:chgData name="Faysal, Atik" userId="521c030f-7805-4c6f-ac38-9d88072b4e64" providerId="ADAL" clId="{288D967C-2D40-5C21-BA3E-1D5EC8B6E9DA}" dt="2025-10-31T19:27:41.029" v="344" actId="164"/>
          <ac:grpSpMkLst>
            <pc:docMk/>
            <pc:sldMk cId="2803761704" sldId="258"/>
            <ac:grpSpMk id="2107" creationId="{BA99AEA4-FB0A-92A0-78F0-C446D6D206FD}"/>
          </ac:grpSpMkLst>
        </pc:grpChg>
        <pc:picChg chg="add del mod">
          <ac:chgData name="Faysal, Atik" userId="521c030f-7805-4c6f-ac38-9d88072b4e64" providerId="ADAL" clId="{288D967C-2D40-5C21-BA3E-1D5EC8B6E9DA}" dt="2025-10-31T19:26:46.710" v="331" actId="478"/>
          <ac:picMkLst>
            <pc:docMk/>
            <pc:sldMk cId="2803761704" sldId="258"/>
            <ac:picMk id="2103" creationId="{E5823ED3-4027-F6A7-B03D-49626661D87F}"/>
          </ac:picMkLst>
        </pc:picChg>
        <pc:picChg chg="add mod">
          <ac:chgData name="Faysal, Atik" userId="521c030f-7805-4c6f-ac38-9d88072b4e64" providerId="ADAL" clId="{288D967C-2D40-5C21-BA3E-1D5EC8B6E9DA}" dt="2025-10-31T19:27:29.997" v="343" actId="1076"/>
          <ac:picMkLst>
            <pc:docMk/>
            <pc:sldMk cId="2803761704" sldId="258"/>
            <ac:picMk id="2106" creationId="{8E12BCD6-8A49-C23C-0532-D6B7ADEA7247}"/>
          </ac:picMkLst>
        </pc:picChg>
      </pc:sldChg>
      <pc:sldChg chg="addSp delSp modSp mod ord">
        <pc:chgData name="Faysal, Atik" userId="521c030f-7805-4c6f-ac38-9d88072b4e64" providerId="ADAL" clId="{288D967C-2D40-5C21-BA3E-1D5EC8B6E9DA}" dt="2025-10-31T19:26:19.581" v="328" actId="1076"/>
        <pc:sldMkLst>
          <pc:docMk/>
          <pc:sldMk cId="735129883" sldId="260"/>
        </pc:sldMkLst>
        <pc:spChg chg="add mod">
          <ac:chgData name="Faysal, Atik" userId="521c030f-7805-4c6f-ac38-9d88072b4e64" providerId="ADAL" clId="{288D967C-2D40-5C21-BA3E-1D5EC8B6E9DA}" dt="2025-10-31T19:23:17.632" v="309" actId="403"/>
          <ac:spMkLst>
            <pc:docMk/>
            <pc:sldMk cId="735129883" sldId="260"/>
            <ac:spMk id="2" creationId="{9D601B04-6A50-C76C-489D-2BE86DA5E140}"/>
          </ac:spMkLst>
        </pc:spChg>
        <pc:spChg chg="add mod">
          <ac:chgData name="Faysal, Atik" userId="521c030f-7805-4c6f-ac38-9d88072b4e64" providerId="ADAL" clId="{288D967C-2D40-5C21-BA3E-1D5EC8B6E9DA}" dt="2025-10-31T18:40:58.850" v="128" actId="1076"/>
          <ac:spMkLst>
            <pc:docMk/>
            <pc:sldMk cId="735129883" sldId="260"/>
            <ac:spMk id="3" creationId="{E9184B21-0674-2189-3A7F-10ECB68CC450}"/>
          </ac:spMkLst>
        </pc:spChg>
        <pc:spChg chg="add mod">
          <ac:chgData name="Faysal, Atik" userId="521c030f-7805-4c6f-ac38-9d88072b4e64" providerId="ADAL" clId="{288D967C-2D40-5C21-BA3E-1D5EC8B6E9DA}" dt="2025-10-31T18:58:46.296" v="175"/>
          <ac:spMkLst>
            <pc:docMk/>
            <pc:sldMk cId="735129883" sldId="260"/>
            <ac:spMk id="4" creationId="{AD83976D-FD84-11FF-3841-0D57D11DE334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6" creationId="{56E2F034-00E5-08CB-7E7D-B82724FDEC77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9" creationId="{099E1FEE-FC42-7265-9BFE-EAC91ED3842D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10" creationId="{27FE4FD6-B697-7032-01E2-2D11B8F02D64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13" creationId="{7CD72BB9-1256-9119-E9D2-9281D19786B9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21" creationId="{49ED70F8-830E-71F4-2794-E4EE24568D65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24" creationId="{B70969DA-60F6-397F-2B5F-35D186A7CD4F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25" creationId="{8A8F11D4-0D02-2EF0-B5CB-0AE06413DDCC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27" creationId="{6901CF77-11F9-3971-BB0E-D430A407E190}"/>
          </ac:spMkLst>
        </pc:spChg>
        <pc:spChg chg="mod">
          <ac:chgData name="Faysal, Atik" userId="521c030f-7805-4c6f-ac38-9d88072b4e64" providerId="ADAL" clId="{288D967C-2D40-5C21-BA3E-1D5EC8B6E9DA}" dt="2025-10-31T19:22:53.763" v="307" actId="1076"/>
          <ac:spMkLst>
            <pc:docMk/>
            <pc:sldMk cId="735129883" sldId="260"/>
            <ac:spMk id="36" creationId="{BCA46EC7-5F0D-2F11-4E79-FEA8ADBBF0FE}"/>
          </ac:spMkLst>
        </pc:spChg>
        <pc:spChg chg="add mod">
          <ac:chgData name="Faysal, Atik" userId="521c030f-7805-4c6f-ac38-9d88072b4e64" providerId="ADAL" clId="{288D967C-2D40-5C21-BA3E-1D5EC8B6E9DA}" dt="2025-10-31T19:02:03.510" v="218" actId="1076"/>
          <ac:spMkLst>
            <pc:docMk/>
            <pc:sldMk cId="735129883" sldId="260"/>
            <ac:spMk id="37" creationId="{7722F5BD-2DCC-6195-44AD-CC2A7238ED36}"/>
          </ac:spMkLst>
        </pc:spChg>
        <pc:spChg chg="add mod">
          <ac:chgData name="Faysal, Atik" userId="521c030f-7805-4c6f-ac38-9d88072b4e64" providerId="ADAL" clId="{288D967C-2D40-5C21-BA3E-1D5EC8B6E9DA}" dt="2025-10-31T19:23:13.379" v="308" actId="1076"/>
          <ac:spMkLst>
            <pc:docMk/>
            <pc:sldMk cId="735129883" sldId="260"/>
            <ac:spMk id="38" creationId="{8BD105C6-B87F-AAA4-6364-A21624090D86}"/>
          </ac:spMkLst>
        </pc:spChg>
        <pc:spChg chg="add mod">
          <ac:chgData name="Faysal, Atik" userId="521c030f-7805-4c6f-ac38-9d88072b4e64" providerId="ADAL" clId="{288D967C-2D40-5C21-BA3E-1D5EC8B6E9DA}" dt="2025-10-31T19:26:19.581" v="328" actId="1076"/>
          <ac:spMkLst>
            <pc:docMk/>
            <pc:sldMk cId="735129883" sldId="260"/>
            <ac:spMk id="41" creationId="{BD624E8D-225D-42B0-8117-741F743620D0}"/>
          </ac:spMkLst>
        </pc:spChg>
        <pc:spChg chg="add mod">
          <ac:chgData name="Faysal, Atik" userId="521c030f-7805-4c6f-ac38-9d88072b4e64" providerId="ADAL" clId="{288D967C-2D40-5C21-BA3E-1D5EC8B6E9DA}" dt="2025-10-31T19:24:15.857" v="323" actId="20577"/>
          <ac:spMkLst>
            <pc:docMk/>
            <pc:sldMk cId="735129883" sldId="260"/>
            <ac:spMk id="42" creationId="{6B54D8AA-475C-F17B-A974-8B28605E2E7F}"/>
          </ac:spMkLst>
        </pc:spChg>
        <pc:spChg chg="add mod">
          <ac:chgData name="Faysal, Atik" userId="521c030f-7805-4c6f-ac38-9d88072b4e64" providerId="ADAL" clId="{288D967C-2D40-5C21-BA3E-1D5EC8B6E9DA}" dt="2025-10-31T19:24:28.161" v="326" actId="1076"/>
          <ac:spMkLst>
            <pc:docMk/>
            <pc:sldMk cId="735129883" sldId="260"/>
            <ac:spMk id="43" creationId="{7DA74853-BB47-1F19-DB5E-809798253AC9}"/>
          </ac:spMkLst>
        </pc:spChg>
        <pc:spChg chg="add mod">
          <ac:chgData name="Faysal, Atik" userId="521c030f-7805-4c6f-ac38-9d88072b4e64" providerId="ADAL" clId="{288D967C-2D40-5C21-BA3E-1D5EC8B6E9DA}" dt="2025-10-31T19:10:52.077" v="266"/>
          <ac:spMkLst>
            <pc:docMk/>
            <pc:sldMk cId="735129883" sldId="260"/>
            <ac:spMk id="44" creationId="{B81D3A07-2226-2518-6EB4-D18F414C010E}"/>
          </ac:spMkLst>
        </pc:spChg>
        <pc:spChg chg="del">
          <ac:chgData name="Faysal, Atik" userId="521c030f-7805-4c6f-ac38-9d88072b4e64" providerId="ADAL" clId="{288D967C-2D40-5C21-BA3E-1D5EC8B6E9DA}" dt="2025-10-31T19:03:51.206" v="236" actId="478"/>
          <ac:spMkLst>
            <pc:docMk/>
            <pc:sldMk cId="735129883" sldId="260"/>
            <ac:spMk id="45" creationId="{D0367F0E-CFFD-103A-7930-27CCC7C56A2B}"/>
          </ac:spMkLst>
        </pc:spChg>
        <pc:spChg chg="add del">
          <ac:chgData name="Faysal, Atik" userId="521c030f-7805-4c6f-ac38-9d88072b4e64" providerId="ADAL" clId="{288D967C-2D40-5C21-BA3E-1D5EC8B6E9DA}" dt="2025-10-31T19:02:12.070" v="221" actId="478"/>
          <ac:spMkLst>
            <pc:docMk/>
            <pc:sldMk cId="735129883" sldId="260"/>
            <ac:spMk id="46" creationId="{0A8F5553-2BAB-F570-5CA5-C8242E3AE728}"/>
          </ac:spMkLst>
        </pc:spChg>
        <pc:spChg chg="del mod">
          <ac:chgData name="Faysal, Atik" userId="521c030f-7805-4c6f-ac38-9d88072b4e64" providerId="ADAL" clId="{288D967C-2D40-5C21-BA3E-1D5EC8B6E9DA}" dt="2025-10-31T18:29:04.990" v="51" actId="478"/>
          <ac:spMkLst>
            <pc:docMk/>
            <pc:sldMk cId="735129883" sldId="260"/>
            <ac:spMk id="47" creationId="{0D8622DF-7C03-45CE-4AF6-54597E69644A}"/>
          </ac:spMkLst>
        </pc:spChg>
        <pc:spChg chg="mod">
          <ac:chgData name="Faysal, Atik" userId="521c030f-7805-4c6f-ac38-9d88072b4e64" providerId="ADAL" clId="{288D967C-2D40-5C21-BA3E-1D5EC8B6E9DA}" dt="2025-10-31T19:23:32.516" v="310" actId="403"/>
          <ac:spMkLst>
            <pc:docMk/>
            <pc:sldMk cId="735129883" sldId="260"/>
            <ac:spMk id="48" creationId="{3FEB276B-75BD-A28A-F825-05E543C1E68C}"/>
          </ac:spMkLst>
        </pc:spChg>
        <pc:spChg chg="add del mod">
          <ac:chgData name="Faysal, Atik" userId="521c030f-7805-4c6f-ac38-9d88072b4e64" providerId="ADAL" clId="{288D967C-2D40-5C21-BA3E-1D5EC8B6E9DA}" dt="2025-10-31T19:23:46.312" v="313" actId="14100"/>
          <ac:spMkLst>
            <pc:docMk/>
            <pc:sldMk cId="735129883" sldId="260"/>
            <ac:spMk id="49" creationId="{2E695236-DDA7-53FE-6A3B-9FC96C0893DD}"/>
          </ac:spMkLst>
        </pc:spChg>
        <pc:spChg chg="del">
          <ac:chgData name="Faysal, Atik" userId="521c030f-7805-4c6f-ac38-9d88072b4e64" providerId="ADAL" clId="{288D967C-2D40-5C21-BA3E-1D5EC8B6E9DA}" dt="2025-10-31T19:07:25.093" v="251" actId="478"/>
          <ac:spMkLst>
            <pc:docMk/>
            <pc:sldMk cId="735129883" sldId="260"/>
            <ac:spMk id="50" creationId="{8489088B-63E7-7EEC-D899-3B2288EF669D}"/>
          </ac:spMkLst>
        </pc:spChg>
        <pc:spChg chg="del">
          <ac:chgData name="Faysal, Atik" userId="521c030f-7805-4c6f-ac38-9d88072b4e64" providerId="ADAL" clId="{288D967C-2D40-5C21-BA3E-1D5EC8B6E9DA}" dt="2025-10-31T19:10:47.821" v="264" actId="478"/>
          <ac:spMkLst>
            <pc:docMk/>
            <pc:sldMk cId="735129883" sldId="260"/>
            <ac:spMk id="51" creationId="{5EEC242D-293B-EC71-5169-4A82E9543A15}"/>
          </ac:spMkLst>
        </pc:spChg>
        <pc:grpChg chg="mod">
          <ac:chgData name="Faysal, Atik" userId="521c030f-7805-4c6f-ac38-9d88072b4e64" providerId="ADAL" clId="{288D967C-2D40-5C21-BA3E-1D5EC8B6E9DA}" dt="2025-10-31T18:40:59.447" v="129" actId="1076"/>
          <ac:grpSpMkLst>
            <pc:docMk/>
            <pc:sldMk cId="735129883" sldId="260"/>
            <ac:grpSpMk id="5" creationId="{B38AAAE6-ED76-F186-4E67-50CD7597CF3E}"/>
          </ac:grpSpMkLst>
        </pc:grpChg>
        <pc:grpChg chg="mod">
          <ac:chgData name="Faysal, Atik" userId="521c030f-7805-4c6f-ac38-9d88072b4e64" providerId="ADAL" clId="{288D967C-2D40-5C21-BA3E-1D5EC8B6E9DA}" dt="2025-10-31T19:02:04.872" v="220" actId="1076"/>
          <ac:grpSpMkLst>
            <pc:docMk/>
            <pc:sldMk cId="735129883" sldId="260"/>
            <ac:grpSpMk id="8" creationId="{21322665-D8AC-8971-424A-14C8F4FA0A24}"/>
          </ac:grpSpMkLst>
        </pc:grpChg>
        <pc:grpChg chg="mod">
          <ac:chgData name="Faysal, Atik" userId="521c030f-7805-4c6f-ac38-9d88072b4e64" providerId="ADAL" clId="{288D967C-2D40-5C21-BA3E-1D5EC8B6E9DA}" dt="2025-10-31T18:40:56.048" v="119" actId="1076"/>
          <ac:grpSpMkLst>
            <pc:docMk/>
            <pc:sldMk cId="735129883" sldId="260"/>
            <ac:grpSpMk id="11" creationId="{5F02D3B4-53B6-21C5-1612-738E0F2325A0}"/>
          </ac:grpSpMkLst>
        </pc:grpChg>
        <pc:grpChg chg="add">
          <ac:chgData name="Faysal, Atik" userId="521c030f-7805-4c6f-ac38-9d88072b4e64" providerId="ADAL" clId="{288D967C-2D40-5C21-BA3E-1D5EC8B6E9DA}" dt="2025-10-31T19:12:32.970" v="280" actId="164"/>
          <ac:grpSpMkLst>
            <pc:docMk/>
            <pc:sldMk cId="735129883" sldId="260"/>
            <ac:grpSpMk id="52" creationId="{0AAFC4CE-502D-26BE-CE26-39841C3149FC}"/>
          </ac:grpSpMkLst>
        </pc:grpChg>
        <pc:picChg chg="add mod">
          <ac:chgData name="Faysal, Atik" userId="521c030f-7805-4c6f-ac38-9d88072b4e64" providerId="ADAL" clId="{288D967C-2D40-5C21-BA3E-1D5EC8B6E9DA}" dt="2025-10-31T19:02:48.455" v="229" actId="1076"/>
          <ac:picMkLst>
            <pc:docMk/>
            <pc:sldMk cId="735129883" sldId="260"/>
            <ac:picMk id="39" creationId="{476400E4-C907-4401-E0C5-06FE7B48215E}"/>
          </ac:picMkLst>
        </pc:picChg>
        <pc:picChg chg="add del mod">
          <ac:chgData name="Faysal, Atik" userId="521c030f-7805-4c6f-ac38-9d88072b4e64" providerId="ADAL" clId="{288D967C-2D40-5C21-BA3E-1D5EC8B6E9DA}" dt="2025-10-31T19:03:01.384" v="231" actId="21"/>
          <ac:picMkLst>
            <pc:docMk/>
            <pc:sldMk cId="735129883" sldId="260"/>
            <ac:picMk id="40" creationId="{008B7540-6672-1878-9063-D052394B0648}"/>
          </ac:picMkLst>
        </pc:picChg>
        <pc:picChg chg="add mod">
          <ac:chgData name="Faysal, Atik" userId="521c030f-7805-4c6f-ac38-9d88072b4e64" providerId="ADAL" clId="{288D967C-2D40-5C21-BA3E-1D5EC8B6E9DA}" dt="2025-10-31T18:41:06.166" v="131" actId="1076"/>
          <ac:picMkLst>
            <pc:docMk/>
            <pc:sldMk cId="735129883" sldId="260"/>
            <ac:picMk id="1026" creationId="{5DCAE926-0EF2-50C3-633E-3547E8E46151}"/>
          </ac:picMkLst>
        </pc:picChg>
        <pc:picChg chg="add mod">
          <ac:chgData name="Faysal, Atik" userId="521c030f-7805-4c6f-ac38-9d88072b4e64" providerId="ADAL" clId="{288D967C-2D40-5C21-BA3E-1D5EC8B6E9DA}" dt="2025-10-31T18:40:54.733" v="116" actId="1076"/>
          <ac:picMkLst>
            <pc:docMk/>
            <pc:sldMk cId="735129883" sldId="260"/>
            <ac:picMk id="1028" creationId="{5225CACC-E2C7-347B-9148-984FF1BF870B}"/>
          </ac:picMkLst>
        </pc:picChg>
        <pc:picChg chg="add mod">
          <ac:chgData name="Faysal, Atik" userId="521c030f-7805-4c6f-ac38-9d88072b4e64" providerId="ADAL" clId="{288D967C-2D40-5C21-BA3E-1D5EC8B6E9DA}" dt="2025-10-31T18:44:32.164" v="173" actId="1076"/>
          <ac:picMkLst>
            <pc:docMk/>
            <pc:sldMk cId="735129883" sldId="260"/>
            <ac:picMk id="1030" creationId="{6AD9FAB0-F48D-87D1-3A49-CA1356EBDCD5}"/>
          </ac:picMkLst>
        </pc:picChg>
        <pc:picChg chg="add mod">
          <ac:chgData name="Faysal, Atik" userId="521c030f-7805-4c6f-ac38-9d88072b4e64" providerId="ADAL" clId="{288D967C-2D40-5C21-BA3E-1D5EC8B6E9DA}" dt="2025-10-31T19:02:00.971" v="212" actId="14100"/>
          <ac:picMkLst>
            <pc:docMk/>
            <pc:sldMk cId="735129883" sldId="260"/>
            <ac:picMk id="1032" creationId="{5254A02A-D57B-26E4-144C-3EC12AD40CB1}"/>
          </ac:picMkLst>
        </pc:picChg>
        <pc:picChg chg="add mod">
          <ac:chgData name="Faysal, Atik" userId="521c030f-7805-4c6f-ac38-9d88072b4e64" providerId="ADAL" clId="{288D967C-2D40-5C21-BA3E-1D5EC8B6E9DA}" dt="2025-10-31T19:06:30.168" v="247"/>
          <ac:picMkLst>
            <pc:docMk/>
            <pc:sldMk cId="735129883" sldId="260"/>
            <ac:picMk id="1034" creationId="{74BC19E3-BC36-7FBC-F688-6DCB22B5B420}"/>
          </ac:picMkLst>
        </pc:picChg>
        <pc:picChg chg="add mod">
          <ac:chgData name="Faysal, Atik" userId="521c030f-7805-4c6f-ac38-9d88072b4e64" providerId="ADAL" clId="{288D967C-2D40-5C21-BA3E-1D5EC8B6E9DA}" dt="2025-10-31T19:09:04.312" v="260" actId="1076"/>
          <ac:picMkLst>
            <pc:docMk/>
            <pc:sldMk cId="735129883" sldId="260"/>
            <ac:picMk id="1036" creationId="{622A5FEB-EE69-52EB-CB26-C3AD4B7064AB}"/>
          </ac:picMkLst>
        </pc:picChg>
        <pc:picChg chg="add mod">
          <ac:chgData name="Faysal, Atik" userId="521c030f-7805-4c6f-ac38-9d88072b4e64" providerId="ADAL" clId="{288D967C-2D40-5C21-BA3E-1D5EC8B6E9DA}" dt="2025-10-31T19:12:14.363" v="278" actId="1076"/>
          <ac:picMkLst>
            <pc:docMk/>
            <pc:sldMk cId="735129883" sldId="260"/>
            <ac:picMk id="1038" creationId="{638FF137-8C69-1868-02C7-F3514809E165}"/>
          </ac:picMkLst>
        </pc:picChg>
        <pc:picChg chg="mod">
          <ac:chgData name="Faysal, Atik" userId="521c030f-7805-4c6f-ac38-9d88072b4e64" providerId="ADAL" clId="{288D967C-2D40-5C21-BA3E-1D5EC8B6E9DA}" dt="2025-10-31T18:40:56.277" v="120" actId="1076"/>
          <ac:picMkLst>
            <pc:docMk/>
            <pc:sldMk cId="735129883" sldId="260"/>
            <ac:picMk id="3074" creationId="{FB60F302-6032-3000-9BD2-6944572245D3}"/>
          </ac:picMkLst>
        </pc:picChg>
      </pc:sldChg>
      <pc:sldChg chg="addSp delSp modSp new mod">
        <pc:chgData name="Faysal, Atik" userId="521c030f-7805-4c6f-ac38-9d88072b4e64" providerId="ADAL" clId="{288D967C-2D40-5C21-BA3E-1D5EC8B6E9DA}" dt="2025-10-31T19:02:16.957" v="224"/>
        <pc:sldMkLst>
          <pc:docMk/>
          <pc:sldMk cId="349809173" sldId="261"/>
        </pc:sldMkLst>
        <pc:spChg chg="del">
          <ac:chgData name="Faysal, Atik" userId="521c030f-7805-4c6f-ac38-9d88072b4e64" providerId="ADAL" clId="{288D967C-2D40-5C21-BA3E-1D5EC8B6E9DA}" dt="2025-10-31T19:02:16.360" v="223" actId="478"/>
          <ac:spMkLst>
            <pc:docMk/>
            <pc:sldMk cId="349809173" sldId="261"/>
            <ac:spMk id="2" creationId="{FBD93562-2EC9-314C-BE44-F6582A87DDBA}"/>
          </ac:spMkLst>
        </pc:spChg>
        <pc:spChg chg="del">
          <ac:chgData name="Faysal, Atik" userId="521c030f-7805-4c6f-ac38-9d88072b4e64" providerId="ADAL" clId="{288D967C-2D40-5C21-BA3E-1D5EC8B6E9DA}" dt="2025-10-31T19:02:16.360" v="223" actId="478"/>
          <ac:spMkLst>
            <pc:docMk/>
            <pc:sldMk cId="349809173" sldId="261"/>
            <ac:spMk id="3" creationId="{61901F63-1993-49CC-D44D-C9CFF4B19752}"/>
          </ac:spMkLst>
        </pc:spChg>
        <pc:spChg chg="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5" creationId="{62B98003-9B29-5D8B-F246-4B44A94732AF}"/>
          </ac:spMkLst>
        </pc:spChg>
        <pc:spChg chg="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9" creationId="{832161D4-1511-28A2-1247-CC3C36D1A649}"/>
          </ac:spMkLst>
        </pc:spChg>
        <pc:spChg chg="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12" creationId="{F749991A-45F3-F2CE-C65B-4DEC633A5141}"/>
          </ac:spMkLst>
        </pc:spChg>
        <pc:spChg chg="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17" creationId="{CD9959ED-4DF4-F69E-A2D7-557064081DED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29" creationId="{4992AA9F-BBC6-EC2B-9C1A-C7A76B4406EF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30" creationId="{9ABD1429-CA00-C6F1-5090-9339CF45B99D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33" creationId="{B0E7728E-5955-339F-26F8-3C0192C7E8D3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36" creationId="{A90365CD-9DEB-8A10-0A94-52F34C8B9802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39" creationId="{79734B49-CDCE-8081-8AD0-7380C75DD94A}"/>
          </ac:spMkLst>
        </pc:spChg>
        <pc:spChg chg="add mod">
          <ac:chgData name="Faysal, Atik" userId="521c030f-7805-4c6f-ac38-9d88072b4e64" providerId="ADAL" clId="{288D967C-2D40-5C21-BA3E-1D5EC8B6E9DA}" dt="2025-10-31T19:02:16.957" v="224"/>
          <ac:spMkLst>
            <pc:docMk/>
            <pc:sldMk cId="349809173" sldId="261"/>
            <ac:spMk id="45" creationId="{A9761162-5F0D-F824-335D-E131CFD5B840}"/>
          </ac:spMkLst>
        </pc:spChg>
      </pc:sldChg>
      <pc:sldChg chg="modSp add mod">
        <pc:chgData name="Faysal, Atik" userId="521c030f-7805-4c6f-ac38-9d88072b4e64" providerId="ADAL" clId="{288D967C-2D40-5C21-BA3E-1D5EC8B6E9DA}" dt="2025-10-31T19:22:43.561" v="304" actId="1076"/>
        <pc:sldMkLst>
          <pc:docMk/>
          <pc:sldMk cId="3663546170" sldId="262"/>
        </pc:sldMkLst>
        <pc:spChg chg="mod">
          <ac:chgData name="Faysal, Atik" userId="521c030f-7805-4c6f-ac38-9d88072b4e64" providerId="ADAL" clId="{288D967C-2D40-5C21-BA3E-1D5EC8B6E9DA}" dt="2025-10-31T19:22:43.561" v="304" actId="1076"/>
          <ac:spMkLst>
            <pc:docMk/>
            <pc:sldMk cId="3663546170" sldId="262"/>
            <ac:spMk id="38" creationId="{6AF53533-3661-4DCE-1D6B-796CABB7FB32}"/>
          </ac:spMkLst>
        </pc:spChg>
        <pc:picChg chg="mod">
          <ac:chgData name="Faysal, Atik" userId="521c030f-7805-4c6f-ac38-9d88072b4e64" providerId="ADAL" clId="{288D967C-2D40-5C21-BA3E-1D5EC8B6E9DA}" dt="2025-10-31T19:22:40.767" v="303" actId="1076"/>
          <ac:picMkLst>
            <pc:docMk/>
            <pc:sldMk cId="3663546170" sldId="262"/>
            <ac:picMk id="39" creationId="{78FB7310-271C-D91B-A512-81732BB107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1288D-309F-4580-9DE1-4E97B5283B71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E84B7-F8A0-4736-A3C1-D395F22A7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2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E84B7-F8A0-4736-A3C1-D395F22A7C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27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E84B7-F8A0-4736-A3C1-D395F22A7C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45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E84B7-F8A0-4736-A3C1-D395F22A7C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65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E84B7-F8A0-4736-A3C1-D395F22A7C2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42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E84B7-F8A0-4736-A3C1-D395F22A7C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8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684-2C0F-E8EE-9B62-2E2B5626A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34A6C-BC11-93C9-4C01-94956DDF4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498E6-1126-BB01-9E8D-1EFF3B3C5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E0918-746B-1ACB-FDC0-602A34D1C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6F84-73D2-9E0C-D829-3447A240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1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16CA-C5CC-090A-1100-9414CB59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DFEB-E106-A518-9BF0-637800CAC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9DF39-835F-F3E6-B38A-74520D04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2B60E-F9DB-6DB1-C62F-43583150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0F95C-BFAF-CA08-8FF6-8435FC6F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9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E7956-5150-F759-F046-C714F3D2F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63851-41D7-D7BE-8868-ED78D46BF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0E384-1528-4748-BCB3-CB10BFA90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BACC1-14BE-CA8E-2713-59F4B8DF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FAC1A-F132-4D6A-4FFB-6FB1978F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1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C851-007C-B72D-1683-47D5460C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B9025-501E-808B-F194-6BC4D10F8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5F777-F342-1C21-E8AF-6033D5387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3F678-28B6-3B9E-FB2C-8218C56C1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C286F-B271-BA47-8B86-BFC9678F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0D52FE-6F67-D644-BF22-02166744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0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8F048-5542-7CA3-5FC1-7A6CD247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0B494-B4B6-8377-06FA-60E138DF3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B8DFB-6260-B156-6993-BCCD3FE90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34E6AD-7BE2-23E3-886E-7F6A87EE4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CCEF8-710E-245E-8172-0F80296FA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4BB687-8C48-A7BE-2637-13F47F77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C88510-0630-B608-A584-7BE3365E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48FA3-18CA-BCC8-27AC-023F335E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0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77ED-6A46-78C8-CA4F-87443BD1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89BE4-D1CC-9BF8-364D-221EC0D0E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C2223-407F-BEEF-E18B-C39C7C69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F4FF8-7BD0-8F2D-F7D8-8BCD3743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8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4B6A4-4214-1F23-4EF2-1DDD5005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9BD17-3050-EEAD-C004-45A100A9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F1996-ABDC-AD7C-6F47-C39D5825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532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A806-B3AC-FF34-1D6B-D3BE4CB3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D161-BAED-0031-6668-5F26CB7C2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994BB-1721-9E8E-F3CA-530841C0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087EE-FC72-8F24-C525-B6B0BDB82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7BF80-F51B-01D3-8DCC-E01ECF3CA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303D5-4897-3E50-BF44-30FA5E1A0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6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F89F-324F-8699-5657-2644EC7A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4DC51-6A78-FB7F-1333-C94808024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DD337-9096-D9AD-2A50-C9BF8A272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72168-E5FF-2F39-0F64-6389AEC2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08D78-60E9-AB84-133A-245BA3FD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EF40A-1C96-6D4A-A64B-D767035D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04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8098-0DC2-EB15-067A-1861FDFB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88A29-A83C-998F-FC3B-2C8D4564A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1B9D-41C7-A1FE-9D9A-15787CA59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B9BA3-C574-4255-B07C-A8565A5D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0B61C-CA28-7D79-5582-90191856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2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F3FD89-048C-C868-C7E2-243EFB93CB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C275E-A329-2E37-775D-03AE60782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5E695-CC9E-0E88-8A8A-645D102F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E4FE0-724D-2EE5-7098-C20F2907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8D51B-6AB1-8205-E52A-4C4DD1ED5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8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12DA5-D42B-BDC3-4386-B69D74F6A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88B99-ABF7-A87F-A446-5A50F3396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70C8-FA7A-F055-864B-25D6622EF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79FB6-115F-4CBA-A991-F9F2ECDA45F9}" type="datetimeFigureOut">
              <a:rPr lang="en-US" smtClean="0"/>
              <a:t>11/04/25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71442-EB7A-3125-81C0-37CE6F01C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5B598-CE3B-4B49-599F-1E7AB7FB1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02F16A-2F56-4330-870D-AFC2443DE8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95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42" Type="http://schemas.openxmlformats.org/officeDocument/2006/relationships/image" Target="../media/image42.png"/><Relationship Id="rId47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6.svg"/><Relationship Id="rId29" Type="http://schemas.openxmlformats.org/officeDocument/2006/relationships/image" Target="../media/image29.pn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45" Type="http://schemas.openxmlformats.org/officeDocument/2006/relationships/image" Target="../media/image45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49" Type="http://schemas.microsoft.com/office/2007/relationships/hdphoto" Target="../media/hdphoto2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4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4.jpe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43" Type="http://schemas.openxmlformats.org/officeDocument/2006/relationships/image" Target="../media/image43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svg"/><Relationship Id="rId38" Type="http://schemas.openxmlformats.org/officeDocument/2006/relationships/image" Target="../media/image38.svg"/><Relationship Id="rId46" Type="http://schemas.openxmlformats.org/officeDocument/2006/relationships/image" Target="../media/image46.png"/><Relationship Id="rId20" Type="http://schemas.openxmlformats.org/officeDocument/2006/relationships/image" Target="../media/image20.svg"/><Relationship Id="rId41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microsoft.com/office/2007/relationships/hdphoto" Target="../media/hdphoto1.wdp"/><Relationship Id="rId26" Type="http://schemas.openxmlformats.org/officeDocument/2006/relationships/image" Target="../media/image52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34" Type="http://schemas.openxmlformats.org/officeDocument/2006/relationships/image" Target="../media/image59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46.png"/><Relationship Id="rId25" Type="http://schemas.openxmlformats.org/officeDocument/2006/relationships/image" Target="../media/image39.png"/><Relationship Id="rId33" Type="http://schemas.openxmlformats.org/officeDocument/2006/relationships/image" Target="../media/image5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4.png"/><Relationship Id="rId20" Type="http://schemas.microsoft.com/office/2007/relationships/hdphoto" Target="../media/hdphoto2.wdp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0.png"/><Relationship Id="rId24" Type="http://schemas.openxmlformats.org/officeDocument/2006/relationships/image" Target="../media/image51.png"/><Relationship Id="rId32" Type="http://schemas.openxmlformats.org/officeDocument/2006/relationships/image" Target="../media/image57.png"/><Relationship Id="rId5" Type="http://schemas.openxmlformats.org/officeDocument/2006/relationships/image" Target="../media/image3.png"/><Relationship Id="rId15" Type="http://schemas.openxmlformats.org/officeDocument/2006/relationships/image" Target="../media/image14.jpeg"/><Relationship Id="rId23" Type="http://schemas.openxmlformats.org/officeDocument/2006/relationships/image" Target="../media/image50.png"/><Relationship Id="rId28" Type="http://schemas.openxmlformats.org/officeDocument/2006/relationships/image" Target="../media/image54.png"/><Relationship Id="rId36" Type="http://schemas.openxmlformats.org/officeDocument/2006/relationships/image" Target="../media/image61.png"/><Relationship Id="rId10" Type="http://schemas.openxmlformats.org/officeDocument/2006/relationships/image" Target="../media/image8.svg"/><Relationship Id="rId19" Type="http://schemas.openxmlformats.org/officeDocument/2006/relationships/image" Target="../media/image47.png"/><Relationship Id="rId31" Type="http://schemas.openxmlformats.org/officeDocument/2006/relationships/image" Target="../media/image5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49.png"/><Relationship Id="rId27" Type="http://schemas.openxmlformats.org/officeDocument/2006/relationships/image" Target="../media/image53.png"/><Relationship Id="rId30" Type="http://schemas.microsoft.com/office/2007/relationships/hdphoto" Target="../media/hdphoto3.wdp"/><Relationship Id="rId35" Type="http://schemas.openxmlformats.org/officeDocument/2006/relationships/image" Target="../media/image60.png"/><Relationship Id="rId8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8.png"/><Relationship Id="rId3" Type="http://schemas.microsoft.com/office/2007/relationships/hdphoto" Target="../media/hdphoto4.wdp"/><Relationship Id="rId7" Type="http://schemas.microsoft.com/office/2007/relationships/hdphoto" Target="../media/hdphoto6.wdp"/><Relationship Id="rId12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microsoft.com/office/2007/relationships/hdphoto" Target="../media/hdphoto8.wdp"/><Relationship Id="rId5" Type="http://schemas.microsoft.com/office/2007/relationships/hdphoto" Target="../media/hdphoto5.wdp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microsoft.com/office/2007/relationships/hdphoto" Target="../media/hdphoto7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microsoft.com/office/2007/relationships/hdphoto" Target="../media/hdphoto4.wdp"/><Relationship Id="rId7" Type="http://schemas.microsoft.com/office/2007/relationships/hdphoto" Target="../media/hdphoto10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microsoft.com/office/2007/relationships/hdphoto" Target="../media/hdphoto9.wdp"/><Relationship Id="rId4" Type="http://schemas.openxmlformats.org/officeDocument/2006/relationships/image" Target="../media/image63.png"/><Relationship Id="rId9" Type="http://schemas.microsoft.com/office/2007/relationships/hdphoto" Target="../media/hdphoto1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microsoft.com/office/2007/relationships/hdphoto" Target="../media/hdphoto4.wdp"/><Relationship Id="rId7" Type="http://schemas.microsoft.com/office/2007/relationships/hdphoto" Target="../media/hdphoto10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microsoft.com/office/2007/relationships/hdphoto" Target="../media/hdphoto13.wdp"/><Relationship Id="rId4" Type="http://schemas.openxmlformats.org/officeDocument/2006/relationships/image" Target="../media/image63.png"/><Relationship Id="rId9" Type="http://schemas.microsoft.com/office/2007/relationships/hdphoto" Target="../media/hdphoto14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9.png"/><Relationship Id="rId5" Type="http://schemas.openxmlformats.org/officeDocument/2006/relationships/image" Target="../media/image74.png"/><Relationship Id="rId10" Type="http://schemas.openxmlformats.org/officeDocument/2006/relationships/image" Target="../media/image78.png"/><Relationship Id="rId4" Type="http://schemas.openxmlformats.org/officeDocument/2006/relationships/image" Target="../media/image73.png"/><Relationship Id="rId9" Type="http://schemas.microsoft.com/office/2007/relationships/hdphoto" Target="../media/hdphoto15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9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microsoft.com/office/2007/relationships/hdphoto" Target="../media/hdphoto15.wdp"/><Relationship Id="rId5" Type="http://schemas.openxmlformats.org/officeDocument/2006/relationships/image" Target="../media/image73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80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8.png"/><Relationship Id="rId18" Type="http://schemas.openxmlformats.org/officeDocument/2006/relationships/image" Target="../media/image81.png"/><Relationship Id="rId26" Type="http://schemas.openxmlformats.org/officeDocument/2006/relationships/image" Target="../media/image53.png"/><Relationship Id="rId3" Type="http://schemas.openxmlformats.org/officeDocument/2006/relationships/image" Target="../media/image83.png"/><Relationship Id="rId21" Type="http://schemas.openxmlformats.org/officeDocument/2006/relationships/image" Target="../media/image50.png"/><Relationship Id="rId7" Type="http://schemas.openxmlformats.org/officeDocument/2006/relationships/image" Target="../media/image74.png"/><Relationship Id="rId12" Type="http://schemas.microsoft.com/office/2007/relationships/hdphoto" Target="../media/hdphoto15.wdp"/><Relationship Id="rId17" Type="http://schemas.openxmlformats.org/officeDocument/2006/relationships/image" Target="../media/image82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79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24" Type="http://schemas.openxmlformats.org/officeDocument/2006/relationships/image" Target="../media/image87.png"/><Relationship Id="rId5" Type="http://schemas.openxmlformats.org/officeDocument/2006/relationships/image" Target="../media/image80.png"/><Relationship Id="rId15" Type="http://schemas.openxmlformats.org/officeDocument/2006/relationships/image" Target="../media/image85.png"/><Relationship Id="rId23" Type="http://schemas.openxmlformats.org/officeDocument/2006/relationships/image" Target="../media/image86.png"/><Relationship Id="rId10" Type="http://schemas.openxmlformats.org/officeDocument/2006/relationships/image" Target="../media/image76.png"/><Relationship Id="rId19" Type="http://schemas.openxmlformats.org/officeDocument/2006/relationships/image" Target="../media/image48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Relationship Id="rId14" Type="http://schemas.openxmlformats.org/officeDocument/2006/relationships/image" Target="../media/image84.png"/><Relationship Id="rId22" Type="http://schemas.openxmlformats.org/officeDocument/2006/relationships/image" Target="../media/image51.png"/><Relationship Id="rId27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8.png"/><Relationship Id="rId18" Type="http://schemas.openxmlformats.org/officeDocument/2006/relationships/image" Target="../media/image81.png"/><Relationship Id="rId26" Type="http://schemas.openxmlformats.org/officeDocument/2006/relationships/image" Target="../media/image53.png"/><Relationship Id="rId3" Type="http://schemas.openxmlformats.org/officeDocument/2006/relationships/image" Target="../media/image83.png"/><Relationship Id="rId21" Type="http://schemas.openxmlformats.org/officeDocument/2006/relationships/image" Target="../media/image50.png"/><Relationship Id="rId7" Type="http://schemas.openxmlformats.org/officeDocument/2006/relationships/image" Target="../media/image74.png"/><Relationship Id="rId12" Type="http://schemas.microsoft.com/office/2007/relationships/hdphoto" Target="../media/hdphoto15.wdp"/><Relationship Id="rId17" Type="http://schemas.openxmlformats.org/officeDocument/2006/relationships/image" Target="../media/image82.png"/><Relationship Id="rId25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9.png"/><Relationship Id="rId20" Type="http://schemas.openxmlformats.org/officeDocument/2006/relationships/image" Target="../media/image49.png"/><Relationship Id="rId29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24" Type="http://schemas.openxmlformats.org/officeDocument/2006/relationships/image" Target="../media/image87.png"/><Relationship Id="rId32" Type="http://schemas.openxmlformats.org/officeDocument/2006/relationships/image" Target="../media/image92.png"/><Relationship Id="rId5" Type="http://schemas.openxmlformats.org/officeDocument/2006/relationships/image" Target="../media/image80.png"/><Relationship Id="rId15" Type="http://schemas.openxmlformats.org/officeDocument/2006/relationships/image" Target="../media/image85.png"/><Relationship Id="rId23" Type="http://schemas.openxmlformats.org/officeDocument/2006/relationships/image" Target="../media/image86.png"/><Relationship Id="rId28" Type="http://schemas.openxmlformats.org/officeDocument/2006/relationships/image" Target="../media/image88.png"/><Relationship Id="rId10" Type="http://schemas.openxmlformats.org/officeDocument/2006/relationships/image" Target="../media/image76.png"/><Relationship Id="rId19" Type="http://schemas.openxmlformats.org/officeDocument/2006/relationships/image" Target="../media/image48.png"/><Relationship Id="rId31" Type="http://schemas.openxmlformats.org/officeDocument/2006/relationships/image" Target="../media/image91.png"/><Relationship Id="rId4" Type="http://schemas.openxmlformats.org/officeDocument/2006/relationships/image" Target="../media/image71.png"/><Relationship Id="rId9" Type="http://schemas.openxmlformats.org/officeDocument/2006/relationships/image" Target="../media/image72.png"/><Relationship Id="rId14" Type="http://schemas.openxmlformats.org/officeDocument/2006/relationships/image" Target="../media/image84.png"/><Relationship Id="rId22" Type="http://schemas.openxmlformats.org/officeDocument/2006/relationships/image" Target="../media/image51.png"/><Relationship Id="rId27" Type="http://schemas.openxmlformats.org/officeDocument/2006/relationships/image" Target="../media/image54.png"/><Relationship Id="rId30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microsoft.com/office/2007/relationships/hdphoto" Target="../media/hdphoto1.wdp"/><Relationship Id="rId26" Type="http://schemas.openxmlformats.org/officeDocument/2006/relationships/image" Target="../media/image52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34" Type="http://schemas.openxmlformats.org/officeDocument/2006/relationships/image" Target="../media/image59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46.png"/><Relationship Id="rId25" Type="http://schemas.openxmlformats.org/officeDocument/2006/relationships/image" Target="../media/image39.png"/><Relationship Id="rId33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20" Type="http://schemas.microsoft.com/office/2007/relationships/hdphoto" Target="../media/hdphoto2.wdp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0.png"/><Relationship Id="rId24" Type="http://schemas.openxmlformats.org/officeDocument/2006/relationships/image" Target="../media/image51.png"/><Relationship Id="rId32" Type="http://schemas.openxmlformats.org/officeDocument/2006/relationships/image" Target="../media/image57.png"/><Relationship Id="rId5" Type="http://schemas.openxmlformats.org/officeDocument/2006/relationships/image" Target="../media/image3.png"/><Relationship Id="rId15" Type="http://schemas.openxmlformats.org/officeDocument/2006/relationships/image" Target="../media/image14.jpeg"/><Relationship Id="rId23" Type="http://schemas.openxmlformats.org/officeDocument/2006/relationships/image" Target="../media/image50.png"/><Relationship Id="rId28" Type="http://schemas.openxmlformats.org/officeDocument/2006/relationships/image" Target="../media/image54.png"/><Relationship Id="rId36" Type="http://schemas.openxmlformats.org/officeDocument/2006/relationships/image" Target="../media/image61.png"/><Relationship Id="rId10" Type="http://schemas.openxmlformats.org/officeDocument/2006/relationships/image" Target="../media/image8.svg"/><Relationship Id="rId19" Type="http://schemas.openxmlformats.org/officeDocument/2006/relationships/image" Target="../media/image47.png"/><Relationship Id="rId31" Type="http://schemas.openxmlformats.org/officeDocument/2006/relationships/image" Target="../media/image56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22" Type="http://schemas.openxmlformats.org/officeDocument/2006/relationships/image" Target="../media/image49.png"/><Relationship Id="rId27" Type="http://schemas.openxmlformats.org/officeDocument/2006/relationships/image" Target="../media/image53.png"/><Relationship Id="rId30" Type="http://schemas.microsoft.com/office/2007/relationships/hdphoto" Target="../media/hdphoto3.wdp"/><Relationship Id="rId35" Type="http://schemas.openxmlformats.org/officeDocument/2006/relationships/image" Target="../media/image60.pn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ell Tower outline">
            <a:extLst>
              <a:ext uri="{FF2B5EF4-FFF2-40B4-BE49-F238E27FC236}">
                <a16:creationId xmlns:a16="http://schemas.microsoft.com/office/drawing/2014/main" id="{33FEC325-71EE-C931-092C-B358B1BD9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708" y="1750641"/>
            <a:ext cx="914400" cy="914400"/>
          </a:xfrm>
          <a:prstGeom prst="rect">
            <a:avLst/>
          </a:prstGeom>
        </p:spPr>
      </p:pic>
      <p:pic>
        <p:nvPicPr>
          <p:cNvPr id="6" name="Graphic 5" descr="Cell Tower outline">
            <a:extLst>
              <a:ext uri="{FF2B5EF4-FFF2-40B4-BE49-F238E27FC236}">
                <a16:creationId xmlns:a16="http://schemas.microsoft.com/office/drawing/2014/main" id="{1823D2E0-FCB9-41B3-327A-D29CDBDE7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7025" y="1750641"/>
            <a:ext cx="914400" cy="914400"/>
          </a:xfrm>
          <a:prstGeom prst="rect">
            <a:avLst/>
          </a:prstGeom>
        </p:spPr>
      </p:pic>
      <p:pic>
        <p:nvPicPr>
          <p:cNvPr id="8" name="Graphic 7" descr="Smart Phone outline">
            <a:extLst>
              <a:ext uri="{FF2B5EF4-FFF2-40B4-BE49-F238E27FC236}">
                <a16:creationId xmlns:a16="http://schemas.microsoft.com/office/drawing/2014/main" id="{92B01E8E-5D3D-45FF-F89C-AD3F77A86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01543" y="3084415"/>
            <a:ext cx="274320" cy="274320"/>
          </a:xfrm>
          <a:prstGeom prst="rect">
            <a:avLst/>
          </a:prstGeom>
        </p:spPr>
      </p:pic>
      <p:pic>
        <p:nvPicPr>
          <p:cNvPr id="9" name="Graphic 8" descr="Smart Phone outline">
            <a:extLst>
              <a:ext uri="{FF2B5EF4-FFF2-40B4-BE49-F238E27FC236}">
                <a16:creationId xmlns:a16="http://schemas.microsoft.com/office/drawing/2014/main" id="{CD074D0E-4F9E-F5A1-72D5-BE16C64E7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6209" y="3058431"/>
            <a:ext cx="274320" cy="274320"/>
          </a:xfrm>
          <a:prstGeom prst="rect">
            <a:avLst/>
          </a:prstGeom>
        </p:spPr>
      </p:pic>
      <p:pic>
        <p:nvPicPr>
          <p:cNvPr id="11" name="Graphic 10" descr="Man outline">
            <a:extLst>
              <a:ext uri="{FF2B5EF4-FFF2-40B4-BE49-F238E27FC236}">
                <a16:creationId xmlns:a16="http://schemas.microsoft.com/office/drawing/2014/main" id="{3EEFAC57-3338-28C8-A2B4-AA28AF188F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737" y="3145265"/>
            <a:ext cx="914400" cy="914400"/>
          </a:xfrm>
          <a:prstGeom prst="rect">
            <a:avLst/>
          </a:prstGeom>
        </p:spPr>
      </p:pic>
      <p:pic>
        <p:nvPicPr>
          <p:cNvPr id="13" name="Graphic 12" descr="Woman outline">
            <a:extLst>
              <a:ext uri="{FF2B5EF4-FFF2-40B4-BE49-F238E27FC236}">
                <a16:creationId xmlns:a16="http://schemas.microsoft.com/office/drawing/2014/main" id="{3E3EA106-ADE2-A677-7DA7-8AA8AD0E80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89825" y="3145265"/>
            <a:ext cx="914400" cy="914400"/>
          </a:xfrm>
          <a:prstGeom prst="rect">
            <a:avLst/>
          </a:prstGeom>
        </p:spPr>
      </p:pic>
      <p:pic>
        <p:nvPicPr>
          <p:cNvPr id="1028" name="Picture 4" descr="Set Radio Wave Icon Monochrome Simple Stock Vector (Royalty Free)  2669942017 | Shutterstock">
            <a:extLst>
              <a:ext uri="{FF2B5EF4-FFF2-40B4-BE49-F238E27FC236}">
                <a16:creationId xmlns:a16="http://schemas.microsoft.com/office/drawing/2014/main" id="{35B65488-90F7-0691-5DF0-1397B506B8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" t="22313" r="2155" b="29835"/>
          <a:stretch>
            <a:fillRect/>
          </a:stretch>
        </p:blipFill>
        <p:spPr bwMode="auto">
          <a:xfrm>
            <a:off x="3738703" y="1849671"/>
            <a:ext cx="1506039" cy="33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1436372F-2086-1413-701E-2A47D842D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305" y="2610934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6011DE9C-DFA1-2F58-11ED-445D579C2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540" y="2627873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60B6BD-B7B5-5B4D-0E81-0844E1D357AC}"/>
              </a:ext>
            </a:extLst>
          </p:cNvPr>
          <p:cNvSpPr/>
          <p:nvPr/>
        </p:nvSpPr>
        <p:spPr>
          <a:xfrm>
            <a:off x="2598475" y="1184115"/>
            <a:ext cx="3690492" cy="297344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3A298E-D60A-4543-756A-8F9ADDE6CF1E}"/>
              </a:ext>
            </a:extLst>
          </p:cNvPr>
          <p:cNvCxnSpPr/>
          <p:nvPr/>
        </p:nvCxnSpPr>
        <p:spPr>
          <a:xfrm flipH="1" flipV="1">
            <a:off x="3048737" y="2765361"/>
            <a:ext cx="169942" cy="37990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2410B1-8EB4-7D83-BF93-93F35803CD47}"/>
              </a:ext>
            </a:extLst>
          </p:cNvPr>
          <p:cNvCxnSpPr>
            <a:cxnSpLocks/>
          </p:cNvCxnSpPr>
          <p:nvPr/>
        </p:nvCxnSpPr>
        <p:spPr>
          <a:xfrm flipH="1">
            <a:off x="5639621" y="2765361"/>
            <a:ext cx="212753" cy="38253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523AB2-873F-1DCA-C34B-8E7FF04A029E}"/>
              </a:ext>
            </a:extLst>
          </p:cNvPr>
          <p:cNvCxnSpPr/>
          <p:nvPr/>
        </p:nvCxnSpPr>
        <p:spPr>
          <a:xfrm>
            <a:off x="3875863" y="2262005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22151A8-A314-9B8B-C60F-F7EA7B7C2B3F}"/>
              </a:ext>
            </a:extLst>
          </p:cNvPr>
          <p:cNvSpPr/>
          <p:nvPr/>
        </p:nvSpPr>
        <p:spPr>
          <a:xfrm>
            <a:off x="3561842" y="1264719"/>
            <a:ext cx="1763758" cy="4131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Signal transmission</a:t>
            </a:r>
          </a:p>
        </p:txBody>
      </p:sp>
      <p:pic>
        <p:nvPicPr>
          <p:cNvPr id="3" name="Graphic 2" descr="Cell Tower outline">
            <a:extLst>
              <a:ext uri="{FF2B5EF4-FFF2-40B4-BE49-F238E27FC236}">
                <a16:creationId xmlns:a16="http://schemas.microsoft.com/office/drawing/2014/main" id="{F921BD6A-4987-7A3F-9B28-CDD8D1F6A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6490" y="3138463"/>
            <a:ext cx="914400" cy="914400"/>
          </a:xfrm>
          <a:prstGeom prst="rect">
            <a:avLst/>
          </a:prstGeom>
        </p:spPr>
      </p:pic>
      <p:pic>
        <p:nvPicPr>
          <p:cNvPr id="4" name="Graphic 3" descr="Cell Tower outline">
            <a:extLst>
              <a:ext uri="{FF2B5EF4-FFF2-40B4-BE49-F238E27FC236}">
                <a16:creationId xmlns:a16="http://schemas.microsoft.com/office/drawing/2014/main" id="{29F821E5-48D2-C1B0-42D2-6AE5A639E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0807" y="3138463"/>
            <a:ext cx="914400" cy="914400"/>
          </a:xfrm>
          <a:prstGeom prst="rect">
            <a:avLst/>
          </a:prstGeom>
        </p:spPr>
      </p:pic>
      <p:pic>
        <p:nvPicPr>
          <p:cNvPr id="17" name="Picture 4" descr="Set Radio Wave Icon Monochrome Simple Stock Vector (Royalty Free)  2669942017 | Shutterstock">
            <a:extLst>
              <a:ext uri="{FF2B5EF4-FFF2-40B4-BE49-F238E27FC236}">
                <a16:creationId xmlns:a16="http://schemas.microsoft.com/office/drawing/2014/main" id="{FBAB7FC1-1967-237D-277F-AF5D887FBE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9" t="22313" r="2155" b="29835"/>
          <a:stretch>
            <a:fillRect/>
          </a:stretch>
        </p:blipFill>
        <p:spPr bwMode="auto">
          <a:xfrm>
            <a:off x="7482485" y="3237493"/>
            <a:ext cx="1506039" cy="33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BE9360-CE11-6F20-D917-D0C3E5DFDE5F}"/>
              </a:ext>
            </a:extLst>
          </p:cNvPr>
          <p:cNvSpPr/>
          <p:nvPr/>
        </p:nvSpPr>
        <p:spPr>
          <a:xfrm>
            <a:off x="6338059" y="1184115"/>
            <a:ext cx="3690492" cy="297344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EDA471-E867-8B9F-9F68-5C21E5E901B3}"/>
              </a:ext>
            </a:extLst>
          </p:cNvPr>
          <p:cNvCxnSpPr/>
          <p:nvPr/>
        </p:nvCxnSpPr>
        <p:spPr>
          <a:xfrm>
            <a:off x="7619645" y="3649827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7D77B57-CB8C-ED9E-C755-C2214FB36853}"/>
              </a:ext>
            </a:extLst>
          </p:cNvPr>
          <p:cNvSpPr/>
          <p:nvPr/>
        </p:nvSpPr>
        <p:spPr>
          <a:xfrm>
            <a:off x="7301426" y="1264719"/>
            <a:ext cx="1763758" cy="4131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Signal transmission</a:t>
            </a:r>
          </a:p>
        </p:txBody>
      </p:sp>
      <p:pic>
        <p:nvPicPr>
          <p:cNvPr id="1026" name="Picture 2" descr="Noise pollution - Free ecology and environment icons">
            <a:extLst>
              <a:ext uri="{FF2B5EF4-FFF2-40B4-BE49-F238E27FC236}">
                <a16:creationId xmlns:a16="http://schemas.microsoft.com/office/drawing/2014/main" id="{CB27A606-E95E-1CB0-D2F9-5CFBC04B3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906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73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E84E-398A-E9EC-BF04-A9CDB0067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ell Tower outline">
            <a:extLst>
              <a:ext uri="{FF2B5EF4-FFF2-40B4-BE49-F238E27FC236}">
                <a16:creationId xmlns:a16="http://schemas.microsoft.com/office/drawing/2014/main" id="{44F0F6FB-ED52-2BA5-8F24-1806CB949F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31498" y="865737"/>
            <a:ext cx="914400" cy="914400"/>
          </a:xfrm>
          <a:prstGeom prst="rect">
            <a:avLst/>
          </a:prstGeom>
        </p:spPr>
      </p:pic>
      <p:pic>
        <p:nvPicPr>
          <p:cNvPr id="6" name="Graphic 5" descr="Cell Tower outline">
            <a:extLst>
              <a:ext uri="{FF2B5EF4-FFF2-40B4-BE49-F238E27FC236}">
                <a16:creationId xmlns:a16="http://schemas.microsoft.com/office/drawing/2014/main" id="{0D16A8D4-2490-96C1-EE0F-CDE437EDD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5815" y="865737"/>
            <a:ext cx="914400" cy="914400"/>
          </a:xfrm>
          <a:prstGeom prst="rect">
            <a:avLst/>
          </a:prstGeom>
        </p:spPr>
      </p:pic>
      <p:pic>
        <p:nvPicPr>
          <p:cNvPr id="8" name="Graphic 7" descr="Smart Phone outline">
            <a:extLst>
              <a:ext uri="{FF2B5EF4-FFF2-40B4-BE49-F238E27FC236}">
                <a16:creationId xmlns:a16="http://schemas.microsoft.com/office/drawing/2014/main" id="{E873B874-04E0-B1FC-B6FD-F8C7966C3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1562" y="2155025"/>
            <a:ext cx="274320" cy="274320"/>
          </a:xfrm>
          <a:prstGeom prst="rect">
            <a:avLst/>
          </a:prstGeom>
        </p:spPr>
      </p:pic>
      <p:pic>
        <p:nvPicPr>
          <p:cNvPr id="9" name="Graphic 8" descr="Smart Phone outline">
            <a:extLst>
              <a:ext uri="{FF2B5EF4-FFF2-40B4-BE49-F238E27FC236}">
                <a16:creationId xmlns:a16="http://schemas.microsoft.com/office/drawing/2014/main" id="{3ABF5E93-0612-3F0B-FD60-E1B89EBD1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6228" y="2129041"/>
            <a:ext cx="274320" cy="274320"/>
          </a:xfrm>
          <a:prstGeom prst="rect">
            <a:avLst/>
          </a:prstGeom>
        </p:spPr>
      </p:pic>
      <p:pic>
        <p:nvPicPr>
          <p:cNvPr id="11" name="Graphic 10" descr="Man outline">
            <a:extLst>
              <a:ext uri="{FF2B5EF4-FFF2-40B4-BE49-F238E27FC236}">
                <a16:creationId xmlns:a16="http://schemas.microsoft.com/office/drawing/2014/main" id="{34644054-B64B-7D40-EBB0-80050E39B3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18756" y="2215875"/>
            <a:ext cx="914400" cy="914400"/>
          </a:xfrm>
          <a:prstGeom prst="rect">
            <a:avLst/>
          </a:prstGeom>
        </p:spPr>
      </p:pic>
      <p:pic>
        <p:nvPicPr>
          <p:cNvPr id="13" name="Graphic 12" descr="Woman outline">
            <a:extLst>
              <a:ext uri="{FF2B5EF4-FFF2-40B4-BE49-F238E27FC236}">
                <a16:creationId xmlns:a16="http://schemas.microsoft.com/office/drawing/2014/main" id="{32025D6C-E958-A234-0028-095997FA54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9844" y="2215875"/>
            <a:ext cx="914400" cy="914400"/>
          </a:xfrm>
          <a:prstGeom prst="rect">
            <a:avLst/>
          </a:prstGeom>
        </p:spPr>
      </p:pic>
      <p:pic>
        <p:nvPicPr>
          <p:cNvPr id="1030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5171A510-BF38-F531-DE44-547D17B23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324" y="1681544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0CB0C2E0-E674-9778-19E2-15C8EFD9F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559" y="1698483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9482BA-5EA7-D290-E48C-C85015BC8A8F}"/>
              </a:ext>
            </a:extLst>
          </p:cNvPr>
          <p:cNvSpPr/>
          <p:nvPr/>
        </p:nvSpPr>
        <p:spPr>
          <a:xfrm>
            <a:off x="2568494" y="254725"/>
            <a:ext cx="3690492" cy="297344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E6BD8D2-012C-93CA-4D3A-7B077B729798}"/>
              </a:ext>
            </a:extLst>
          </p:cNvPr>
          <p:cNvCxnSpPr/>
          <p:nvPr/>
        </p:nvCxnSpPr>
        <p:spPr>
          <a:xfrm flipH="1" flipV="1">
            <a:off x="3018756" y="1835971"/>
            <a:ext cx="169942" cy="37990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2ED237B-FC36-2DFD-B7FB-0C082BC7B3CA}"/>
              </a:ext>
            </a:extLst>
          </p:cNvPr>
          <p:cNvCxnSpPr>
            <a:cxnSpLocks/>
          </p:cNvCxnSpPr>
          <p:nvPr/>
        </p:nvCxnSpPr>
        <p:spPr>
          <a:xfrm flipH="1">
            <a:off x="5609640" y="1835971"/>
            <a:ext cx="212753" cy="38253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0BB2C74-5B22-3D18-43C3-CCF28F0A9832}"/>
              </a:ext>
            </a:extLst>
          </p:cNvPr>
          <p:cNvCxnSpPr/>
          <p:nvPr/>
        </p:nvCxnSpPr>
        <p:spPr>
          <a:xfrm>
            <a:off x="3854653" y="1377101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873F05A5-F924-D358-C7F7-946DF4A0A387}"/>
              </a:ext>
            </a:extLst>
          </p:cNvPr>
          <p:cNvSpPr/>
          <p:nvPr/>
        </p:nvSpPr>
        <p:spPr>
          <a:xfrm>
            <a:off x="3531861" y="335329"/>
            <a:ext cx="1763758" cy="5248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Wireless signal transmission</a:t>
            </a:r>
          </a:p>
        </p:txBody>
      </p:sp>
      <p:pic>
        <p:nvPicPr>
          <p:cNvPr id="3" name="Graphic 2" descr="Cell Tower outline">
            <a:extLst>
              <a:ext uri="{FF2B5EF4-FFF2-40B4-BE49-F238E27FC236}">
                <a16:creationId xmlns:a16="http://schemas.microsoft.com/office/drawing/2014/main" id="{2B3D2E65-CE39-2B64-FD2D-F7EA94FB7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2766" y="2112102"/>
            <a:ext cx="914400" cy="914400"/>
          </a:xfrm>
          <a:prstGeom prst="rect">
            <a:avLst/>
          </a:prstGeom>
        </p:spPr>
      </p:pic>
      <p:pic>
        <p:nvPicPr>
          <p:cNvPr id="4" name="Graphic 3" descr="Cell Tower outline">
            <a:extLst>
              <a:ext uri="{FF2B5EF4-FFF2-40B4-BE49-F238E27FC236}">
                <a16:creationId xmlns:a16="http://schemas.microsoft.com/office/drawing/2014/main" id="{13740C2B-6F1E-F12E-14AD-B5E7ECE90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7083" y="2112102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54FF140-CCE0-96E1-6C34-D3172A144B75}"/>
              </a:ext>
            </a:extLst>
          </p:cNvPr>
          <p:cNvSpPr/>
          <p:nvPr/>
        </p:nvSpPr>
        <p:spPr>
          <a:xfrm>
            <a:off x="6330581" y="254725"/>
            <a:ext cx="3690492" cy="297344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242D237-31EB-CA5F-BD59-370C264BC4C0}"/>
              </a:ext>
            </a:extLst>
          </p:cNvPr>
          <p:cNvCxnSpPr/>
          <p:nvPr/>
        </p:nvCxnSpPr>
        <p:spPr>
          <a:xfrm>
            <a:off x="7569353" y="2673075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F8ED874-38A5-F13B-A3E1-239C3C3B3467}"/>
              </a:ext>
            </a:extLst>
          </p:cNvPr>
          <p:cNvSpPr/>
          <p:nvPr/>
        </p:nvSpPr>
        <p:spPr>
          <a:xfrm>
            <a:off x="7293948" y="335329"/>
            <a:ext cx="1763758" cy="5248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Environmental noise addition</a:t>
            </a:r>
          </a:p>
        </p:txBody>
      </p:sp>
      <p:pic>
        <p:nvPicPr>
          <p:cNvPr id="1026" name="Picture 2" descr="Noise pollution - Free ecology and environment icons">
            <a:extLst>
              <a:ext uri="{FF2B5EF4-FFF2-40B4-BE49-F238E27FC236}">
                <a16:creationId xmlns:a16="http://schemas.microsoft.com/office/drawing/2014/main" id="{723007CB-6840-EAAA-A919-8B6A5CDEE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1719" y="108247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ise - Free architecture and city icons">
            <a:extLst>
              <a:ext uri="{FF2B5EF4-FFF2-40B4-BE49-F238E27FC236}">
                <a16:creationId xmlns:a16="http://schemas.microsoft.com/office/drawing/2014/main" id="{B62279BC-BE0D-89BD-B46B-95F609E06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88011" y="106389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magnetic Interference Icons - Free SVG &amp; PNG Electromagnetic  Interference Images - Noun Project">
            <a:extLst>
              <a:ext uri="{FF2B5EF4-FFF2-40B4-BE49-F238E27FC236}">
                <a16:creationId xmlns:a16="http://schemas.microsoft.com/office/drawing/2014/main" id="{A251E040-8FA0-B785-1447-F71DCF310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03" y="107926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raffic jam honking cars noise waves line icon illustration 67677583 Vector  Art at Vecteezy">
            <a:extLst>
              <a:ext uri="{FF2B5EF4-FFF2-40B4-BE49-F238E27FC236}">
                <a16:creationId xmlns:a16="http://schemas.microsoft.com/office/drawing/2014/main" id="{3B7F6868-7CF4-45EF-3512-6E68294DFA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4" t="15402" r="14407" b="12820"/>
          <a:stretch>
            <a:fillRect/>
          </a:stretch>
        </p:blipFill>
        <p:spPr bwMode="auto">
          <a:xfrm>
            <a:off x="8684381" y="1079267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3ECE1C-1436-5689-E871-EFEA1D540B2B}"/>
              </a:ext>
            </a:extLst>
          </p:cNvPr>
          <p:cNvCxnSpPr>
            <a:cxnSpLocks/>
          </p:cNvCxnSpPr>
          <p:nvPr/>
        </p:nvCxnSpPr>
        <p:spPr>
          <a:xfrm flipH="1">
            <a:off x="8627029" y="1704872"/>
            <a:ext cx="161885" cy="34079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336F6F7-2C12-C030-8E4F-14422B4B6DEC}"/>
              </a:ext>
            </a:extLst>
          </p:cNvPr>
          <p:cNvCxnSpPr>
            <a:cxnSpLocks/>
          </p:cNvCxnSpPr>
          <p:nvPr/>
        </p:nvCxnSpPr>
        <p:spPr>
          <a:xfrm>
            <a:off x="7555713" y="1709699"/>
            <a:ext cx="132993" cy="33250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B7620F2-B033-891B-B8DE-D40DDA7D038F}"/>
              </a:ext>
            </a:extLst>
          </p:cNvPr>
          <p:cNvSpPr/>
          <p:nvPr/>
        </p:nvSpPr>
        <p:spPr>
          <a:xfrm>
            <a:off x="2568494" y="3300918"/>
            <a:ext cx="3690492" cy="297344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D3B019-A25D-58A4-351A-491BB745359C}"/>
              </a:ext>
            </a:extLst>
          </p:cNvPr>
          <p:cNvSpPr/>
          <p:nvPr/>
        </p:nvSpPr>
        <p:spPr>
          <a:xfrm>
            <a:off x="3531861" y="3381522"/>
            <a:ext cx="1763758" cy="524813"/>
          </a:xfrm>
          <a:prstGeom prst="rect">
            <a:avLst/>
          </a:prstGeom>
          <a:solidFill>
            <a:srgbClr val="FFD9D9"/>
          </a:solidFill>
          <a:ln>
            <a:solidFill>
              <a:srgbClr val="FF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Resilient foundation models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825A5D5-428D-54AF-67C5-33344A139485}"/>
              </a:ext>
            </a:extLst>
          </p:cNvPr>
          <p:cNvSpPr/>
          <p:nvPr/>
        </p:nvSpPr>
        <p:spPr>
          <a:xfrm>
            <a:off x="6330581" y="3300918"/>
            <a:ext cx="3690492" cy="297344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BB2620-EC24-FEE5-E46D-A9AB1F04E9F5}"/>
              </a:ext>
            </a:extLst>
          </p:cNvPr>
          <p:cNvSpPr/>
          <p:nvPr/>
        </p:nvSpPr>
        <p:spPr>
          <a:xfrm>
            <a:off x="7293948" y="3381522"/>
            <a:ext cx="1763758" cy="5248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Data-efficient </a:t>
            </a:r>
          </a:p>
          <a:p>
            <a:pPr algn="ctr"/>
            <a:r>
              <a:rPr lang="en-US" sz="1400">
                <a:solidFill>
                  <a:schemeClr val="tx1"/>
                </a:solidFill>
              </a:rPr>
              <a:t>finetuning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5C35BE-6CAF-CBA5-6794-72521061737A}"/>
              </a:ext>
            </a:extLst>
          </p:cNvPr>
          <p:cNvGrpSpPr/>
          <p:nvPr/>
        </p:nvGrpSpPr>
        <p:grpSpPr>
          <a:xfrm>
            <a:off x="2938630" y="4089271"/>
            <a:ext cx="767511" cy="1791976"/>
            <a:chOff x="362068" y="631124"/>
            <a:chExt cx="914400" cy="2283608"/>
          </a:xfrm>
        </p:grpSpPr>
        <p:pic>
          <p:nvPicPr>
            <p:cNvPr id="55" name="Graphic 54" descr="Chat bubble with solid fill">
              <a:extLst>
                <a:ext uri="{FF2B5EF4-FFF2-40B4-BE49-F238E27FC236}">
                  <a16:creationId xmlns:a16="http://schemas.microsoft.com/office/drawing/2014/main" id="{D4198949-A50E-72F7-D356-B130E891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19268" y="631124"/>
              <a:ext cx="457200" cy="457200"/>
            </a:xfrm>
            <a:prstGeom prst="rect">
              <a:avLst/>
            </a:prstGeom>
          </p:spPr>
        </p:pic>
        <p:pic>
          <p:nvPicPr>
            <p:cNvPr id="56" name="Graphic 55" descr="Document with solid fill">
              <a:extLst>
                <a:ext uri="{FF2B5EF4-FFF2-40B4-BE49-F238E27FC236}">
                  <a16:creationId xmlns:a16="http://schemas.microsoft.com/office/drawing/2014/main" id="{446EF8A4-0E1D-4DED-456C-38C0114A7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62068" y="631124"/>
              <a:ext cx="457200" cy="457200"/>
            </a:xfrm>
            <a:prstGeom prst="rect">
              <a:avLst/>
            </a:prstGeom>
          </p:spPr>
        </p:pic>
        <p:pic>
          <p:nvPicPr>
            <p:cNvPr id="57" name="Graphic 56" descr="Images with solid fill">
              <a:extLst>
                <a:ext uri="{FF2B5EF4-FFF2-40B4-BE49-F238E27FC236}">
                  <a16:creationId xmlns:a16="http://schemas.microsoft.com/office/drawing/2014/main" id="{4ED81EA5-73B7-18CB-2339-39345818E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62068" y="1087726"/>
              <a:ext cx="457200" cy="457200"/>
            </a:xfrm>
            <a:prstGeom prst="rect">
              <a:avLst/>
            </a:prstGeom>
          </p:spPr>
        </p:pic>
        <p:pic>
          <p:nvPicPr>
            <p:cNvPr id="58" name="Graphic 57" descr="Presentation with media outline">
              <a:extLst>
                <a:ext uri="{FF2B5EF4-FFF2-40B4-BE49-F238E27FC236}">
                  <a16:creationId xmlns:a16="http://schemas.microsoft.com/office/drawing/2014/main" id="{05FF73CB-FFED-062F-5ACF-0E639848D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19268" y="1087726"/>
              <a:ext cx="457200" cy="457200"/>
            </a:xfrm>
            <a:prstGeom prst="rect">
              <a:avLst/>
            </a:prstGeom>
          </p:spPr>
        </p:pic>
        <p:pic>
          <p:nvPicPr>
            <p:cNvPr id="59" name="Graphic 58" descr="Database outline">
              <a:extLst>
                <a:ext uri="{FF2B5EF4-FFF2-40B4-BE49-F238E27FC236}">
                  <a16:creationId xmlns:a16="http://schemas.microsoft.com/office/drawing/2014/main" id="{9EB4D5EB-909C-CF05-5ECC-D66C70DDB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819268" y="2000930"/>
              <a:ext cx="457200" cy="457200"/>
            </a:xfrm>
            <a:prstGeom prst="rect">
              <a:avLst/>
            </a:prstGeom>
          </p:spPr>
        </p:pic>
        <p:pic>
          <p:nvPicPr>
            <p:cNvPr id="60" name="Graphic 59" descr="Search Inventory outline">
              <a:extLst>
                <a:ext uri="{FF2B5EF4-FFF2-40B4-BE49-F238E27FC236}">
                  <a16:creationId xmlns:a16="http://schemas.microsoft.com/office/drawing/2014/main" id="{D30E5AA5-B1FA-0BCB-DAA4-BBA5A34FB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62068" y="2000930"/>
              <a:ext cx="457200" cy="457200"/>
            </a:xfrm>
            <a:prstGeom prst="rect">
              <a:avLst/>
            </a:prstGeom>
          </p:spPr>
        </p:pic>
        <p:pic>
          <p:nvPicPr>
            <p:cNvPr id="61" name="Graphic 60" descr="Research with solid fill">
              <a:extLst>
                <a:ext uri="{FF2B5EF4-FFF2-40B4-BE49-F238E27FC236}">
                  <a16:creationId xmlns:a16="http://schemas.microsoft.com/office/drawing/2014/main" id="{3E7A2395-CB3A-A326-B018-872A38A08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819268" y="1544328"/>
              <a:ext cx="457200" cy="457200"/>
            </a:xfrm>
            <a:prstGeom prst="rect">
              <a:avLst/>
            </a:prstGeom>
          </p:spPr>
        </p:pic>
        <p:pic>
          <p:nvPicPr>
            <p:cNvPr id="62" name="Graphic 61" descr="Grinning face outline with solid fill">
              <a:extLst>
                <a:ext uri="{FF2B5EF4-FFF2-40B4-BE49-F238E27FC236}">
                  <a16:creationId xmlns:a16="http://schemas.microsoft.com/office/drawing/2014/main" id="{09B9D84E-7F8B-E16B-106C-CF466BEFB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62068" y="1544328"/>
              <a:ext cx="457200" cy="457200"/>
            </a:xfrm>
            <a:prstGeom prst="rect">
              <a:avLst/>
            </a:prstGeom>
          </p:spPr>
        </p:pic>
        <p:pic>
          <p:nvPicPr>
            <p:cNvPr id="63" name="Picture 10">
              <a:extLst>
                <a:ext uri="{FF2B5EF4-FFF2-40B4-BE49-F238E27FC236}">
                  <a16:creationId xmlns:a16="http://schemas.microsoft.com/office/drawing/2014/main" id="{985F3792-6F3E-6534-9D93-57154983A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68" y="2457532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4" name="Graphic 1023" descr="Voice with solid fill">
              <a:extLst>
                <a:ext uri="{FF2B5EF4-FFF2-40B4-BE49-F238E27FC236}">
                  <a16:creationId xmlns:a16="http://schemas.microsoft.com/office/drawing/2014/main" id="{DE4A8407-7BCC-76D2-44DB-F7524CBFB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819268" y="2456934"/>
              <a:ext cx="457200" cy="457200"/>
            </a:xfrm>
            <a:prstGeom prst="rect">
              <a:avLst/>
            </a:prstGeom>
          </p:spPr>
        </p:pic>
      </p:grpSp>
      <p:pic>
        <p:nvPicPr>
          <p:cNvPr id="1025" name="Picture 4" descr="LF AI &amp; Data Foundation Logos and Artwork - NNStreamer">
            <a:extLst>
              <a:ext uri="{FF2B5EF4-FFF2-40B4-BE49-F238E27FC236}">
                <a16:creationId xmlns:a16="http://schemas.microsoft.com/office/drawing/2014/main" id="{8944053C-2AD6-F911-4501-BD2811EA9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836" y="4066083"/>
            <a:ext cx="1860555" cy="1858123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Right Brace 1026">
            <a:extLst>
              <a:ext uri="{FF2B5EF4-FFF2-40B4-BE49-F238E27FC236}">
                <a16:creationId xmlns:a16="http://schemas.microsoft.com/office/drawing/2014/main" id="{B8B80EA9-DBDF-EC4A-23BC-84F805700ECF}"/>
              </a:ext>
            </a:extLst>
          </p:cNvPr>
          <p:cNvSpPr/>
          <p:nvPr/>
        </p:nvSpPr>
        <p:spPr>
          <a:xfrm>
            <a:off x="3776323" y="4073704"/>
            <a:ext cx="173190" cy="1842882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7" name="Graphic 1056" descr="Disk with solid fill">
            <a:extLst>
              <a:ext uri="{FF2B5EF4-FFF2-40B4-BE49-F238E27FC236}">
                <a16:creationId xmlns:a16="http://schemas.microsoft.com/office/drawing/2014/main" id="{14BE2403-8C97-8EA9-C770-F47AFBB82CA1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770372" y="4268656"/>
            <a:ext cx="457200" cy="457200"/>
          </a:xfrm>
          <a:prstGeom prst="rect">
            <a:avLst/>
          </a:prstGeom>
        </p:spPr>
      </p:pic>
      <p:pic>
        <p:nvPicPr>
          <p:cNvPr id="1059" name="Graphic 1058" descr="Document with solid fill">
            <a:extLst>
              <a:ext uri="{FF2B5EF4-FFF2-40B4-BE49-F238E27FC236}">
                <a16:creationId xmlns:a16="http://schemas.microsoft.com/office/drawing/2014/main" id="{17238672-C61B-89C1-B765-807B119D40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78815" y="4719638"/>
            <a:ext cx="457200" cy="457200"/>
          </a:xfrm>
          <a:prstGeom prst="rect">
            <a:avLst/>
          </a:prstGeom>
        </p:spPr>
      </p:pic>
      <p:pic>
        <p:nvPicPr>
          <p:cNvPr id="1060" name="Graphic 1059" descr="Volume with solid fill">
            <a:extLst>
              <a:ext uri="{FF2B5EF4-FFF2-40B4-BE49-F238E27FC236}">
                <a16:creationId xmlns:a16="http://schemas.microsoft.com/office/drawing/2014/main" id="{FE95A1D4-2F07-DC45-98DD-611A97FFF14C}"/>
              </a:ext>
            </a:extLst>
          </p:cNvPr>
          <p:cNvPicPr>
            <a:picLocks noChangeAspect="1"/>
          </p:cNvPicPr>
          <p:nvPr/>
        </p:nvPicPr>
        <p:blipFill rotWithShape="1"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5022" b="5022"/>
          <a:stretch>
            <a:fillRect/>
          </a:stretch>
        </p:blipFill>
        <p:spPr>
          <a:xfrm>
            <a:off x="6778815" y="5170619"/>
            <a:ext cx="457200" cy="457200"/>
          </a:xfrm>
          <a:prstGeom prst="rect">
            <a:avLst/>
          </a:prstGeom>
        </p:spPr>
      </p:pic>
      <p:sp>
        <p:nvSpPr>
          <p:cNvPr id="1061" name="Right Brace 1060">
            <a:extLst>
              <a:ext uri="{FF2B5EF4-FFF2-40B4-BE49-F238E27FC236}">
                <a16:creationId xmlns:a16="http://schemas.microsoft.com/office/drawing/2014/main" id="{D447CD46-0514-259F-4362-7DEE8CFD3AF6}"/>
              </a:ext>
            </a:extLst>
          </p:cNvPr>
          <p:cNvSpPr/>
          <p:nvPr/>
        </p:nvSpPr>
        <p:spPr>
          <a:xfrm>
            <a:off x="7227572" y="4283625"/>
            <a:ext cx="189024" cy="134419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8" name="Picture 10" descr="Deep learning - Free electronics icons">
            <a:extLst>
              <a:ext uri="{FF2B5EF4-FFF2-40B4-BE49-F238E27FC236}">
                <a16:creationId xmlns:a16="http://schemas.microsoft.com/office/drawing/2014/main" id="{1ABA2383-4230-B83E-A134-8F63872EB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715" y="4346129"/>
            <a:ext cx="1219186" cy="121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Right Bracket 1064">
            <a:extLst>
              <a:ext uri="{FF2B5EF4-FFF2-40B4-BE49-F238E27FC236}">
                <a16:creationId xmlns:a16="http://schemas.microsoft.com/office/drawing/2014/main" id="{27D5603F-B0DD-4B2E-0B7A-DFAEBBCC37C4}"/>
              </a:ext>
            </a:extLst>
          </p:cNvPr>
          <p:cNvSpPr/>
          <p:nvPr/>
        </p:nvSpPr>
        <p:spPr>
          <a:xfrm rot="10800000">
            <a:off x="9036685" y="4276138"/>
            <a:ext cx="135129" cy="135167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7" name="Straight Connector 1066">
            <a:extLst>
              <a:ext uri="{FF2B5EF4-FFF2-40B4-BE49-F238E27FC236}">
                <a16:creationId xmlns:a16="http://schemas.microsoft.com/office/drawing/2014/main" id="{B9DB6597-ED37-D73A-A881-5C0B7C355E79}"/>
              </a:ext>
            </a:extLst>
          </p:cNvPr>
          <p:cNvCxnSpPr>
            <a:cxnSpLocks/>
          </p:cNvCxnSpPr>
          <p:nvPr/>
        </p:nvCxnSpPr>
        <p:spPr>
          <a:xfrm>
            <a:off x="8911918" y="4959716"/>
            <a:ext cx="2598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74" name="Graphic 1073" descr="Badge 1 with solid fill">
            <a:extLst>
              <a:ext uri="{FF2B5EF4-FFF2-40B4-BE49-F238E27FC236}">
                <a16:creationId xmlns:a16="http://schemas.microsoft.com/office/drawing/2014/main" id="{B518185C-1897-E272-D583-C94E51CF14F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240967" y="4199951"/>
            <a:ext cx="457200" cy="457200"/>
          </a:xfrm>
          <a:prstGeom prst="rect">
            <a:avLst/>
          </a:prstGeom>
        </p:spPr>
      </p:pic>
      <p:pic>
        <p:nvPicPr>
          <p:cNvPr id="1076" name="Graphic 1075" descr="Badge with solid fill">
            <a:extLst>
              <a:ext uri="{FF2B5EF4-FFF2-40B4-BE49-F238E27FC236}">
                <a16:creationId xmlns:a16="http://schemas.microsoft.com/office/drawing/2014/main" id="{1F2E4C54-7458-A6F3-F128-9D10BCEF1D6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240967" y="4713419"/>
            <a:ext cx="457200" cy="457200"/>
          </a:xfrm>
          <a:prstGeom prst="rect">
            <a:avLst/>
          </a:prstGeom>
        </p:spPr>
      </p:pic>
      <p:pic>
        <p:nvPicPr>
          <p:cNvPr id="1078" name="Graphic 1077" descr="Badge 3 with solid fill">
            <a:extLst>
              <a:ext uri="{FF2B5EF4-FFF2-40B4-BE49-F238E27FC236}">
                <a16:creationId xmlns:a16="http://schemas.microsoft.com/office/drawing/2014/main" id="{08B6BEE4-BBDF-E9F5-27B2-7DBF093E379D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240967" y="5226887"/>
            <a:ext cx="457200" cy="457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EFBA6B-F5B6-6CE1-3A15-F2CB71D4325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BEBA8EAE-BF5A-486C-A8C5-ECC9F3942E4B}">
                <a14:imgProps xmlns:a14="http://schemas.microsoft.com/office/drawing/2010/main">
                  <a14:imgLayer r:embed="rId4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736" y="981298"/>
            <a:ext cx="1682241" cy="2284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65D0E3-8DD7-2621-60FB-AAEA8AD4F7E5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BEBA8EAE-BF5A-486C-A8C5-ECC9F3942E4B}">
                <a14:imgProps xmlns:a14="http://schemas.microsoft.com/office/drawing/2010/main">
                  <a14:imgLayer r:embed="rId4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004" y="2188998"/>
            <a:ext cx="1682241" cy="4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591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D784-81AC-3B52-1290-940E2E67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7" name="Group 2106">
            <a:extLst>
              <a:ext uri="{FF2B5EF4-FFF2-40B4-BE49-F238E27FC236}">
                <a16:creationId xmlns:a16="http://schemas.microsoft.com/office/drawing/2014/main" id="{BA99AEA4-FB0A-92A0-78F0-C446D6D206FD}"/>
              </a:ext>
            </a:extLst>
          </p:cNvPr>
          <p:cNvGrpSpPr/>
          <p:nvPr/>
        </p:nvGrpSpPr>
        <p:grpSpPr>
          <a:xfrm>
            <a:off x="423930" y="166556"/>
            <a:ext cx="11214666" cy="6002724"/>
            <a:chOff x="423930" y="166556"/>
            <a:chExt cx="11214666" cy="6002724"/>
          </a:xfrm>
        </p:grpSpPr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75746770-D23C-1B8C-4535-6C39534E4DF3}"/>
                </a:ext>
              </a:extLst>
            </p:cNvPr>
            <p:cNvGrpSpPr/>
            <p:nvPr/>
          </p:nvGrpSpPr>
          <p:grpSpPr>
            <a:xfrm>
              <a:off x="423930" y="166556"/>
              <a:ext cx="11214666" cy="6002724"/>
              <a:chOff x="423930" y="166556"/>
              <a:chExt cx="11214666" cy="6002724"/>
            </a:xfrm>
          </p:grpSpPr>
          <p:pic>
            <p:nvPicPr>
              <p:cNvPr id="5" name="Graphic 4" descr="Cell Tower outline">
                <a:extLst>
                  <a:ext uri="{FF2B5EF4-FFF2-40B4-BE49-F238E27FC236}">
                    <a16:creationId xmlns:a16="http://schemas.microsoft.com/office/drawing/2014/main" id="{0E4ECA0C-0642-5453-543E-594E611E4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86934" y="77756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" name="Graphic 5" descr="Cell Tower outline">
                <a:extLst>
                  <a:ext uri="{FF2B5EF4-FFF2-40B4-BE49-F238E27FC236}">
                    <a16:creationId xmlns:a16="http://schemas.microsoft.com/office/drawing/2014/main" id="{E11355F9-403F-F771-2FB9-A9343A0325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81251" y="77756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8" name="Graphic 7" descr="Smart Phone outline">
                <a:extLst>
                  <a:ext uri="{FF2B5EF4-FFF2-40B4-BE49-F238E27FC236}">
                    <a16:creationId xmlns:a16="http://schemas.microsoft.com/office/drawing/2014/main" id="{0BDB2DAB-618D-EEAD-971C-98D8693A3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26998" y="2066856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9" name="Graphic 8" descr="Smart Phone outline">
                <a:extLst>
                  <a:ext uri="{FF2B5EF4-FFF2-40B4-BE49-F238E27FC236}">
                    <a16:creationId xmlns:a16="http://schemas.microsoft.com/office/drawing/2014/main" id="{0EEF9673-4186-F874-BE6D-A399511F2C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141664" y="2040872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11" name="Graphic 10" descr="Man outline">
                <a:extLst>
                  <a:ext uri="{FF2B5EF4-FFF2-40B4-BE49-F238E27FC236}">
                    <a16:creationId xmlns:a16="http://schemas.microsoft.com/office/drawing/2014/main" id="{F7D60BC1-63F1-0B61-94E7-93487BACF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74192" y="212770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3" name="Graphic 12" descr="Woman outline">
                <a:extLst>
                  <a:ext uri="{FF2B5EF4-FFF2-40B4-BE49-F238E27FC236}">
                    <a16:creationId xmlns:a16="http://schemas.microsoft.com/office/drawing/2014/main" id="{9BECE9CB-911C-228E-458A-237DC8390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2615280" y="212770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30" name="Picture 6" descr="Sound Wave Icon - Free PNG &amp; SVG 3999979 - Noun Project">
                <a:extLst>
                  <a:ext uri="{FF2B5EF4-FFF2-40B4-BE49-F238E27FC236}">
                    <a16:creationId xmlns:a16="http://schemas.microsoft.com/office/drawing/2014/main" id="{22BA9DBF-5A9A-91F4-1149-892555EDCA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70760" y="1593375"/>
                <a:ext cx="430558" cy="4305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6" descr="Sound Wave Icon - Free PNG &amp; SVG 3999979 - Noun Project">
                <a:extLst>
                  <a:ext uri="{FF2B5EF4-FFF2-40B4-BE49-F238E27FC236}">
                    <a16:creationId xmlns:a16="http://schemas.microsoft.com/office/drawing/2014/main" id="{FBD9E406-2960-866C-07A0-36AB72C430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6995" y="1610314"/>
                <a:ext cx="430558" cy="4305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DD04F33-963D-843A-106C-243B48BEA2BB}"/>
                  </a:ext>
                </a:extLst>
              </p:cNvPr>
              <p:cNvSpPr/>
              <p:nvPr/>
            </p:nvSpPr>
            <p:spPr>
              <a:xfrm>
                <a:off x="423930" y="166556"/>
                <a:ext cx="3690492" cy="2973445"/>
              </a:xfrm>
              <a:prstGeom prst="roundRect">
                <a:avLst/>
              </a:prstGeom>
              <a:noFill/>
              <a:ln>
                <a:solidFill>
                  <a:schemeClr val="accent6">
                    <a:lumMod val="75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F94B72D-CA85-A585-3764-72083D4AABD4}"/>
                  </a:ext>
                </a:extLst>
              </p:cNvPr>
              <p:cNvCxnSpPr/>
              <p:nvPr/>
            </p:nvCxnSpPr>
            <p:spPr>
              <a:xfrm flipH="1" flipV="1">
                <a:off x="874192" y="1747802"/>
                <a:ext cx="169942" cy="37990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0AE37CD2-0AA4-48B9-8D8C-D46C55144A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65076" y="1747802"/>
                <a:ext cx="212753" cy="3825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74F30803-CBE4-2ADC-C85D-88E944A6A569}"/>
                  </a:ext>
                </a:extLst>
              </p:cNvPr>
              <p:cNvCxnSpPr/>
              <p:nvPr/>
            </p:nvCxnSpPr>
            <p:spPr>
              <a:xfrm>
                <a:off x="1710089" y="1288932"/>
                <a:ext cx="12499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08AFE8B-4A64-5740-5AE8-AD7B5E063C3C}"/>
                  </a:ext>
                </a:extLst>
              </p:cNvPr>
              <p:cNvSpPr/>
              <p:nvPr/>
            </p:nvSpPr>
            <p:spPr>
              <a:xfrm>
                <a:off x="1387297" y="247160"/>
                <a:ext cx="1763758" cy="52481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Wireless signal transmission</a:t>
                </a:r>
              </a:p>
            </p:txBody>
          </p:sp>
          <p:pic>
            <p:nvPicPr>
              <p:cNvPr id="3" name="Graphic 2" descr="Cell Tower outline">
                <a:extLst>
                  <a:ext uri="{FF2B5EF4-FFF2-40B4-BE49-F238E27FC236}">
                    <a16:creationId xmlns:a16="http://schemas.microsoft.com/office/drawing/2014/main" id="{2919C17C-014D-ECF3-8258-DCA321ABB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348202" y="2023933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" name="Graphic 3" descr="Cell Tower outline">
                <a:extLst>
                  <a:ext uri="{FF2B5EF4-FFF2-40B4-BE49-F238E27FC236}">
                    <a16:creationId xmlns:a16="http://schemas.microsoft.com/office/drawing/2014/main" id="{EF73A4E0-5290-304D-10AA-08CF476095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842519" y="2023933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3A4A8691-4BCA-7A0D-671F-99EDA9FB8CFA}"/>
                  </a:ext>
                </a:extLst>
              </p:cNvPr>
              <p:cNvSpPr/>
              <p:nvPr/>
            </p:nvSpPr>
            <p:spPr>
              <a:xfrm>
                <a:off x="4186017" y="166556"/>
                <a:ext cx="3690492" cy="2973445"/>
              </a:xfrm>
              <a:prstGeom prst="roundRect">
                <a:avLst/>
              </a:prstGeom>
              <a:noFill/>
              <a:ln>
                <a:solidFill>
                  <a:schemeClr val="accent5">
                    <a:lumMod val="75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82EB206-388C-159E-3A57-2DDCF678E1FB}"/>
                  </a:ext>
                </a:extLst>
              </p:cNvPr>
              <p:cNvCxnSpPr/>
              <p:nvPr/>
            </p:nvCxnSpPr>
            <p:spPr>
              <a:xfrm>
                <a:off x="5424789" y="2584906"/>
                <a:ext cx="12499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C96F3D0-E910-624A-3D2A-E383651F9E73}"/>
                  </a:ext>
                </a:extLst>
              </p:cNvPr>
              <p:cNvSpPr/>
              <p:nvPr/>
            </p:nvSpPr>
            <p:spPr>
              <a:xfrm>
                <a:off x="5149384" y="247160"/>
                <a:ext cx="1763758" cy="52481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Environmental noise addition</a:t>
                </a:r>
              </a:p>
            </p:txBody>
          </p:sp>
          <p:pic>
            <p:nvPicPr>
              <p:cNvPr id="1026" name="Picture 2" descr="Noise pollution - Free ecology and environment icons">
                <a:extLst>
                  <a:ext uri="{FF2B5EF4-FFF2-40B4-BE49-F238E27FC236}">
                    <a16:creationId xmlns:a16="http://schemas.microsoft.com/office/drawing/2014/main" id="{F378A68A-0ADB-AA46-2285-16E0534F98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37155" y="994306"/>
                <a:ext cx="457200" cy="457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0" name="Picture 2" descr="Noise - Free architecture and city icons">
                <a:extLst>
                  <a:ext uri="{FF2B5EF4-FFF2-40B4-BE49-F238E27FC236}">
                    <a16:creationId xmlns:a16="http://schemas.microsoft.com/office/drawing/2014/main" id="{6794D626-ECC7-C120-97DB-8547527EF1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543447" y="975722"/>
                <a:ext cx="457200" cy="457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4" name="Picture 6" descr="Electromagnetic Interference Icons - Free SVG &amp; PNG Electromagnetic  Interference Images - Noun Project">
                <a:extLst>
                  <a:ext uri="{FF2B5EF4-FFF2-40B4-BE49-F238E27FC236}">
                    <a16:creationId xmlns:a16="http://schemas.microsoft.com/office/drawing/2014/main" id="{6ED4F2B0-7317-A6F3-038D-FAEE60014A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49739" y="991098"/>
                <a:ext cx="457200" cy="457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6" name="Picture 8" descr="traffic jam honking cars noise waves line icon illustration 67677583 Vector  Art at Vecteezy">
                <a:extLst>
                  <a:ext uri="{FF2B5EF4-FFF2-40B4-BE49-F238E27FC236}">
                    <a16:creationId xmlns:a16="http://schemas.microsoft.com/office/drawing/2014/main" id="{8BFDFEF0-2A74-5D93-8482-133EAB494B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814" t="15402" r="14407" b="12820"/>
              <a:stretch>
                <a:fillRect/>
              </a:stretch>
            </p:blipFill>
            <p:spPr bwMode="auto">
              <a:xfrm>
                <a:off x="6539817" y="991098"/>
                <a:ext cx="457200" cy="457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D3926C2-3B49-5D9B-4688-D4A28A256BE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482465" y="1616703"/>
                <a:ext cx="161885" cy="34079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A8DECD31-25B3-1924-4A88-DA23E90E20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1149" y="1621530"/>
                <a:ext cx="132993" cy="33250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F1FB79B-4F8F-419A-946B-8D92F4FE83A6}"/>
                  </a:ext>
                </a:extLst>
              </p:cNvPr>
              <p:cNvSpPr/>
              <p:nvPr/>
            </p:nvSpPr>
            <p:spPr>
              <a:xfrm>
                <a:off x="423930" y="3195835"/>
                <a:ext cx="3690492" cy="2973445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EC94E759-D708-5371-8EFE-92247B2EFE73}"/>
                  </a:ext>
                </a:extLst>
              </p:cNvPr>
              <p:cNvSpPr/>
              <p:nvPr/>
            </p:nvSpPr>
            <p:spPr>
              <a:xfrm>
                <a:off x="1387297" y="3276439"/>
                <a:ext cx="1763758" cy="524813"/>
              </a:xfrm>
              <a:prstGeom prst="rect">
                <a:avLst/>
              </a:prstGeom>
              <a:solidFill>
                <a:srgbClr val="FFD9D9"/>
              </a:solidFill>
              <a:ln>
                <a:solidFill>
                  <a:srgbClr val="FF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Resilient foundation models</a:t>
                </a: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27EF1743-6560-0B86-214C-9831FDE6DD77}"/>
                  </a:ext>
                </a:extLst>
              </p:cNvPr>
              <p:cNvSpPr/>
              <p:nvPr/>
            </p:nvSpPr>
            <p:spPr>
              <a:xfrm>
                <a:off x="4186017" y="3195835"/>
                <a:ext cx="3690492" cy="2973445"/>
              </a:xfrm>
              <a:prstGeom prst="roundRect">
                <a:avLst/>
              </a:pr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954A75C-E6F6-BD86-8BD9-27CA34C62576}"/>
                  </a:ext>
                </a:extLst>
              </p:cNvPr>
              <p:cNvSpPr/>
              <p:nvPr/>
            </p:nvSpPr>
            <p:spPr>
              <a:xfrm>
                <a:off x="5149384" y="3276439"/>
                <a:ext cx="1763758" cy="524813"/>
              </a:xfrm>
              <a:prstGeom prst="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Deployment &amp; applications</a:t>
                </a:r>
              </a:p>
            </p:txBody>
          </p:sp>
          <p:pic>
            <p:nvPicPr>
              <p:cNvPr id="1025" name="Picture 4" descr="LF AI &amp; Data Foundation Logos and Artwork - NNStreamer">
                <a:extLst>
                  <a:ext uri="{FF2B5EF4-FFF2-40B4-BE49-F238E27FC236}">
                    <a16:creationId xmlns:a16="http://schemas.microsoft.com/office/drawing/2014/main" id="{DFD78740-6DD6-5855-5F71-563A54D5FB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49" r="3449"/>
              <a:stretch>
                <a:fillRect/>
              </a:stretch>
            </p:blipFill>
            <p:spPr bwMode="auto">
              <a:xfrm>
                <a:off x="1178420" y="4069529"/>
                <a:ext cx="731520" cy="73152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3476FAE-38B2-8706-D949-203B9A46F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50172" y="893129"/>
                <a:ext cx="1682241" cy="228434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C22837E9-9139-F350-3E7E-0E4CC79D3F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BEBA8EAE-BF5A-486C-A8C5-ECC9F3942E4B}">
                    <a14:imgProps xmlns:a14="http://schemas.microsoft.com/office/drawing/2010/main">
                      <a14:imgLayer r:embed="rId20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11440" y="2100829"/>
                <a:ext cx="1682241" cy="411329"/>
              </a:xfrm>
              <a:prstGeom prst="rect">
                <a:avLst/>
              </a:prstGeom>
            </p:spPr>
          </p:pic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ACBF5DC-DD95-DB9C-E441-192B89CF536F}"/>
                  </a:ext>
                </a:extLst>
              </p:cNvPr>
              <p:cNvSpPr/>
              <p:nvPr/>
            </p:nvSpPr>
            <p:spPr>
              <a:xfrm>
                <a:off x="7948104" y="166556"/>
                <a:ext cx="3690492" cy="2973445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75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838DA00C-E5AC-5E03-9015-79E4023CB54A}"/>
                  </a:ext>
                </a:extLst>
              </p:cNvPr>
              <p:cNvSpPr/>
              <p:nvPr/>
            </p:nvSpPr>
            <p:spPr>
              <a:xfrm>
                <a:off x="7948104" y="3195834"/>
                <a:ext cx="3690492" cy="2973445"/>
              </a:xfrm>
              <a:prstGeom prst="roundRect">
                <a:avLst/>
              </a:prstGeom>
              <a:noFill/>
              <a:ln>
                <a:solidFill>
                  <a:schemeClr val="accent1">
                    <a:lumMod val="75000"/>
                  </a:schemeClr>
                </a:solidFill>
                <a:prstDash val="sysDot"/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EE868FD-0A1B-C2E7-3E0F-4B62F6924078}"/>
                  </a:ext>
                </a:extLst>
              </p:cNvPr>
              <p:cNvSpPr/>
              <p:nvPr/>
            </p:nvSpPr>
            <p:spPr>
              <a:xfrm>
                <a:off x="8911470" y="244340"/>
                <a:ext cx="1763758" cy="52481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Preprocessing unlabeled signals</a:t>
                </a:r>
              </a:p>
            </p:txBody>
          </p:sp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045086C-3CB9-E9CD-9919-CB78A74D78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BEBA8EAE-BF5A-486C-A8C5-ECC9F3942E4B}">
                    <a14:imgProps xmlns:a14="http://schemas.microsoft.com/office/drawing/2010/main">
                      <a14:imgLayer r:embed="rId18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52228" y="893129"/>
                <a:ext cx="1682241" cy="228434"/>
              </a:xfrm>
              <a:prstGeom prst="rect">
                <a:avLst/>
              </a:prstGeom>
            </p:spPr>
          </p:pic>
          <p:pic>
            <p:nvPicPr>
              <p:cNvPr id="29" name="Picture 28" descr="A group of blue lights&#10;&#10;AI-generated content may be incorrect.">
                <a:extLst>
                  <a:ext uri="{FF2B5EF4-FFF2-40B4-BE49-F238E27FC236}">
                    <a16:creationId xmlns:a16="http://schemas.microsoft.com/office/drawing/2014/main" id="{1EE39A0B-9F7D-E8B0-794A-0C26B45222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11470" y="158367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4D912D7-2319-62D0-B42E-C003F757CE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/>
              <a:srcRect l="9397" t="57522" r="82154" b="28770"/>
              <a:stretch>
                <a:fillRect/>
              </a:stretch>
            </p:blipFill>
            <p:spPr>
              <a:xfrm>
                <a:off x="10599952" y="158367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E42AEC90-BA76-F4B8-D1BD-1188E86771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/>
              <a:srcRect l="9490" t="20207" r="82248" b="66390"/>
              <a:stretch>
                <a:fillRect/>
              </a:stretch>
            </p:blipFill>
            <p:spPr>
              <a:xfrm>
                <a:off x="10599952" y="2160091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E42A3CB7-369D-863F-57C9-8D9BBDB3A27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3"/>
              <a:srcRect l="5204" t="53664" r="54394" b="6594"/>
              <a:stretch>
                <a:fillRect/>
              </a:stretch>
            </p:blipFill>
            <p:spPr>
              <a:xfrm>
                <a:off x="9755711" y="1583672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61E0843-7512-92A9-1EF0-2CDFD8460E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3"/>
              <a:srcRect l="55288" t="53704" r="4310" b="6555"/>
              <a:stretch>
                <a:fillRect/>
              </a:stretch>
            </p:blipFill>
            <p:spPr>
              <a:xfrm>
                <a:off x="9755711" y="2152416"/>
                <a:ext cx="457200" cy="457200"/>
              </a:xfrm>
              <a:prstGeom prst="rect">
                <a:avLst/>
              </a:prstGeom>
            </p:spPr>
          </p:pic>
          <p:pic>
            <p:nvPicPr>
              <p:cNvPr id="37" name="Picture 36" descr="A blue and white explosion&#10;&#10;AI-generated content may be incorrect.">
                <a:extLst>
                  <a:ext uri="{FF2B5EF4-FFF2-40B4-BE49-F238E27FC236}">
                    <a16:creationId xmlns:a16="http://schemas.microsoft.com/office/drawing/2014/main" id="{ADDF742D-9F92-DE94-96FA-07F0892715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11470" y="2152416"/>
                <a:ext cx="457200" cy="457200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43C0C05-2DFD-6B6A-AF4B-D4DB45143D92}"/>
                  </a:ext>
                </a:extLst>
              </p:cNvPr>
              <p:cNvSpPr txBox="1"/>
              <p:nvPr/>
            </p:nvSpPr>
            <p:spPr>
              <a:xfrm>
                <a:off x="8132420" y="1602462"/>
                <a:ext cx="6944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Original signal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9681600-62A5-C590-F91B-C9D186578885}"/>
                  </a:ext>
                </a:extLst>
              </p:cNvPr>
              <p:cNvSpPr txBox="1"/>
              <p:nvPr/>
            </p:nvSpPr>
            <p:spPr>
              <a:xfrm>
                <a:off x="8143133" y="2180942"/>
                <a:ext cx="69674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/>
                  <a:t>Noisy signal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92BCD1D-F609-2F2A-1C59-D34A79D46279}"/>
                  </a:ext>
                </a:extLst>
              </p:cNvPr>
              <p:cNvSpPr txBox="1"/>
              <p:nvPr/>
            </p:nvSpPr>
            <p:spPr>
              <a:xfrm>
                <a:off x="8672634" y="2643463"/>
                <a:ext cx="934871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Constellation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661115-AB07-BE32-91A3-4263ACAEF8D0}"/>
                  </a:ext>
                </a:extLst>
              </p:cNvPr>
              <p:cNvSpPr txBox="1"/>
              <p:nvPr/>
            </p:nvSpPr>
            <p:spPr>
              <a:xfrm>
                <a:off x="9642406" y="2643462"/>
                <a:ext cx="780983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Scalogram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248979-23DD-ED28-8599-6710F0517A11}"/>
                  </a:ext>
                </a:extLst>
              </p:cNvPr>
              <p:cNvSpPr txBox="1"/>
              <p:nvPr/>
            </p:nvSpPr>
            <p:spPr>
              <a:xfrm>
                <a:off x="10396364" y="2643461"/>
                <a:ext cx="109677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Reshaped signal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D2B3D238-B9B4-EE64-7AF1-74F868E4F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8521" y="1198829"/>
                <a:ext cx="0" cy="23409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E4D2198A-5C11-8BE8-D4E5-169B6486EA7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/>
              <a:srcRect l="9490" t="20207" r="82248" b="66390"/>
              <a:stretch>
                <a:fillRect/>
              </a:stretch>
            </p:blipFill>
            <p:spPr>
              <a:xfrm>
                <a:off x="713426" y="4603770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DE9D6120-A7EC-3CAD-4C51-1E3C311C59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3"/>
              <a:srcRect l="55288" t="53704" r="4310" b="6555"/>
              <a:stretch>
                <a:fillRect/>
              </a:stretch>
            </p:blipFill>
            <p:spPr>
              <a:xfrm>
                <a:off x="718276" y="4319336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48" name="Picture 47" descr="A blue and white explosion&#10;&#10;AI-generated content may be incorrect.">
                <a:extLst>
                  <a:ext uri="{FF2B5EF4-FFF2-40B4-BE49-F238E27FC236}">
                    <a16:creationId xmlns:a16="http://schemas.microsoft.com/office/drawing/2014/main" id="{AEF6DD91-0202-E696-1920-0C591EA87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427" y="4034902"/>
                <a:ext cx="228600" cy="228600"/>
              </a:xfrm>
              <a:prstGeom prst="rect">
                <a:avLst/>
              </a:prstGeom>
            </p:spPr>
          </p:pic>
          <p:sp>
            <p:nvSpPr>
              <p:cNvPr id="50" name="Right Brace 49">
                <a:extLst>
                  <a:ext uri="{FF2B5EF4-FFF2-40B4-BE49-F238E27FC236}">
                    <a16:creationId xmlns:a16="http://schemas.microsoft.com/office/drawing/2014/main" id="{D1B9B79C-01BE-8DAA-D44A-39BBE88B70FE}"/>
                  </a:ext>
                </a:extLst>
              </p:cNvPr>
              <p:cNvSpPr/>
              <p:nvPr/>
            </p:nvSpPr>
            <p:spPr>
              <a:xfrm>
                <a:off x="991823" y="4034902"/>
                <a:ext cx="138730" cy="797468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1" name="Picture 50" descr="A group of blue lights&#10;&#10;AI-generated content may be incorrect.">
                <a:extLst>
                  <a:ext uri="{FF2B5EF4-FFF2-40B4-BE49-F238E27FC236}">
                    <a16:creationId xmlns:a16="http://schemas.microsoft.com/office/drawing/2014/main" id="{DDA3B6BC-F782-D155-6B52-E12658E7BB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41545" y="4034902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AF9BC0DE-2CF8-B4B0-3087-0D1A9BFF31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2"/>
              <a:srcRect l="9397" t="57522" r="82154" b="28770"/>
              <a:stretch>
                <a:fillRect/>
              </a:stretch>
            </p:blipFill>
            <p:spPr>
              <a:xfrm>
                <a:off x="2138540" y="4600822"/>
                <a:ext cx="228600" cy="228600"/>
              </a:xfrm>
              <a:prstGeom prst="rect">
                <a:avLst/>
              </a:prstGeom>
            </p:spPr>
          </p:pic>
          <p:pic>
            <p:nvPicPr>
              <p:cNvPr id="1029" name="Picture 1028">
                <a:extLst>
                  <a:ext uri="{FF2B5EF4-FFF2-40B4-BE49-F238E27FC236}">
                    <a16:creationId xmlns:a16="http://schemas.microsoft.com/office/drawing/2014/main" id="{B6029584-2F98-AAC6-33EF-4F8CD393E8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3"/>
              <a:srcRect l="5204" t="53664" r="54394" b="6594"/>
              <a:stretch>
                <a:fillRect/>
              </a:stretch>
            </p:blipFill>
            <p:spPr>
              <a:xfrm>
                <a:off x="2141545" y="4319336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31" name="Right Brace 1030">
                <a:extLst>
                  <a:ext uri="{FF2B5EF4-FFF2-40B4-BE49-F238E27FC236}">
                    <a16:creationId xmlns:a16="http://schemas.microsoft.com/office/drawing/2014/main" id="{82314723-F134-CE9A-33E6-41FAE659441B}"/>
                  </a:ext>
                </a:extLst>
              </p:cNvPr>
              <p:cNvSpPr/>
              <p:nvPr/>
            </p:nvSpPr>
            <p:spPr>
              <a:xfrm>
                <a:off x="1929155" y="4034902"/>
                <a:ext cx="138730" cy="797468"/>
              </a:xfrm>
              <a:prstGeom prst="righ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CA4F9042-6B77-61F1-F0E7-AD794EC50CD2}"/>
                  </a:ext>
                </a:extLst>
              </p:cNvPr>
              <p:cNvSpPr txBox="1"/>
              <p:nvPr/>
            </p:nvSpPr>
            <p:spPr>
              <a:xfrm>
                <a:off x="1040786" y="4826669"/>
                <a:ext cx="10207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Denoised representation</a:t>
                </a:r>
              </a:p>
            </p:txBody>
          </p:sp>
          <p:pic>
            <p:nvPicPr>
              <p:cNvPr id="1033" name="Picture 10" descr="Deep learning - Free electronics icons">
                <a:extLst>
                  <a:ext uri="{FF2B5EF4-FFF2-40B4-BE49-F238E27FC236}">
                    <a16:creationId xmlns:a16="http://schemas.microsoft.com/office/drawing/2014/main" id="{393C23C6-1E92-CD12-ED5E-DDFADCA06B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5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43090" y="5327476"/>
                <a:ext cx="548640" cy="54864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36" name="Straight Arrow Connector 1035">
                <a:extLst>
                  <a:ext uri="{FF2B5EF4-FFF2-40B4-BE49-F238E27FC236}">
                    <a16:creationId xmlns:a16="http://schemas.microsoft.com/office/drawing/2014/main" id="{86C59BF3-ADE4-435B-C5ED-51DFB7F2AB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20778" y="4964544"/>
                <a:ext cx="178716" cy="21254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39" name="Picture 1038" descr="A blue and white explosion&#10;&#10;AI-generated content may be incorrect.">
                <a:extLst>
                  <a:ext uri="{FF2B5EF4-FFF2-40B4-BE49-F238E27FC236}">
                    <a16:creationId xmlns:a16="http://schemas.microsoft.com/office/drawing/2014/main" id="{C1805ED6-FCAE-0EFE-7413-11C418DFDE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61901" y="5478516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994DADF6-AE0D-B2CF-2686-AD6E21A8E056}"/>
                  </a:ext>
                </a:extLst>
              </p:cNvPr>
              <p:cNvSpPr txBox="1"/>
              <p:nvPr/>
            </p:nvSpPr>
            <p:spPr>
              <a:xfrm>
                <a:off x="2565613" y="4218760"/>
                <a:ext cx="9607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Pretraining</a:t>
                </a:r>
              </a:p>
              <a:p>
                <a:pPr algn="ctr"/>
                <a:r>
                  <a:rPr lang="en-US" sz="1200" dirty="0"/>
                  <a:t>stage</a:t>
                </a:r>
              </a:p>
            </p:txBody>
          </p:sp>
          <p:sp>
            <p:nvSpPr>
              <p:cNvPr id="1041" name="TextBox 1040">
                <a:extLst>
                  <a:ext uri="{FF2B5EF4-FFF2-40B4-BE49-F238E27FC236}">
                    <a16:creationId xmlns:a16="http://schemas.microsoft.com/office/drawing/2014/main" id="{6E52B243-EC2C-8C31-A1C4-89D70C067320}"/>
                  </a:ext>
                </a:extLst>
              </p:cNvPr>
              <p:cNvSpPr txBox="1"/>
              <p:nvPr/>
            </p:nvSpPr>
            <p:spPr>
              <a:xfrm>
                <a:off x="553404" y="5370963"/>
                <a:ext cx="9607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/>
                  <a:t>Finetuning</a:t>
                </a:r>
              </a:p>
              <a:p>
                <a:pPr algn="ctr"/>
                <a:r>
                  <a:rPr lang="en-US" sz="1200" dirty="0"/>
                  <a:t>stage</a:t>
                </a:r>
              </a:p>
            </p:txBody>
          </p:sp>
          <p:pic>
            <p:nvPicPr>
              <p:cNvPr id="1042" name="Picture 8" descr="Regression - Free business and finance icons">
                <a:extLst>
                  <a:ext uri="{FF2B5EF4-FFF2-40B4-BE49-F238E27FC236}">
                    <a16:creationId xmlns:a16="http://schemas.microsoft.com/office/drawing/2014/main" id="{1AC5D4F1-AC5E-4F37-93A0-84E3680C3C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9027" y="5226878"/>
                <a:ext cx="228600" cy="228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3" name="Picture 10" descr="Noise Reduction Icon SVG Vector &amp; PNG Free Download | UXWing">
                <a:extLst>
                  <a:ext uri="{FF2B5EF4-FFF2-40B4-BE49-F238E27FC236}">
                    <a16:creationId xmlns:a16="http://schemas.microsoft.com/office/drawing/2014/main" id="{B13F7B87-8BED-8E7A-D967-F36EFFEEB8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774191" y="5497265"/>
                <a:ext cx="228600" cy="228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4" name="Picture 12" descr="Classification Icons - Free SVG &amp; PNG Classification Images - Noun Project">
                <a:extLst>
                  <a:ext uri="{FF2B5EF4-FFF2-40B4-BE49-F238E27FC236}">
                    <a16:creationId xmlns:a16="http://schemas.microsoft.com/office/drawing/2014/main" id="{7C4FF1A9-EE2F-C6EF-2269-98B6CD5687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370" t="12188" r="11792" b="10972"/>
              <a:stretch>
                <a:fillRect/>
              </a:stretch>
            </p:blipFill>
            <p:spPr bwMode="auto">
              <a:xfrm>
                <a:off x="2774191" y="5767055"/>
                <a:ext cx="228600" cy="2286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5" name="TextBox 1044">
                <a:extLst>
                  <a:ext uri="{FF2B5EF4-FFF2-40B4-BE49-F238E27FC236}">
                    <a16:creationId xmlns:a16="http://schemas.microsoft.com/office/drawing/2014/main" id="{8A75DB9B-FA09-D711-747E-B3AA03B74DB0}"/>
                  </a:ext>
                </a:extLst>
              </p:cNvPr>
              <p:cNvSpPr txBox="1"/>
              <p:nvPr/>
            </p:nvSpPr>
            <p:spPr>
              <a:xfrm>
                <a:off x="3002791" y="5224492"/>
                <a:ext cx="79861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Regression</a:t>
                </a:r>
              </a:p>
            </p:txBody>
          </p:sp>
          <p:sp>
            <p:nvSpPr>
              <p:cNvPr id="1046" name="TextBox 1045">
                <a:extLst>
                  <a:ext uri="{FF2B5EF4-FFF2-40B4-BE49-F238E27FC236}">
                    <a16:creationId xmlns:a16="http://schemas.microsoft.com/office/drawing/2014/main" id="{B0664A61-A217-1070-13D0-8D79035C7B5D}"/>
                  </a:ext>
                </a:extLst>
              </p:cNvPr>
              <p:cNvSpPr txBox="1"/>
              <p:nvPr/>
            </p:nvSpPr>
            <p:spPr>
              <a:xfrm>
                <a:off x="3005752" y="5485949"/>
                <a:ext cx="73770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Denoising</a:t>
                </a:r>
              </a:p>
            </p:txBody>
          </p:sp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0C00C9CE-38DF-E466-F75F-0AD2B8BA17B2}"/>
                  </a:ext>
                </a:extLst>
              </p:cNvPr>
              <p:cNvSpPr txBox="1"/>
              <p:nvPr/>
            </p:nvSpPr>
            <p:spPr>
              <a:xfrm>
                <a:off x="3006329" y="5753006"/>
                <a:ext cx="94929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/>
                  <a:t>Classification</a:t>
                </a:r>
              </a:p>
            </p:txBody>
          </p:sp>
          <p:sp>
            <p:nvSpPr>
              <p:cNvPr id="1050" name="Rectangle 1049">
                <a:extLst>
                  <a:ext uri="{FF2B5EF4-FFF2-40B4-BE49-F238E27FC236}">
                    <a16:creationId xmlns:a16="http://schemas.microsoft.com/office/drawing/2014/main" id="{D76C07BD-9D18-E801-879F-B51EE2E14E34}"/>
                  </a:ext>
                </a:extLst>
              </p:cNvPr>
              <p:cNvSpPr/>
              <p:nvPr/>
            </p:nvSpPr>
            <p:spPr>
              <a:xfrm>
                <a:off x="8911470" y="3284854"/>
                <a:ext cx="1763758" cy="524813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Potential future research</a:t>
                </a:r>
              </a:p>
            </p:txBody>
          </p:sp>
          <p:pic>
            <p:nvPicPr>
              <p:cNvPr id="1051" name="Picture 14" descr="Data center - Free networking icons">
                <a:extLst>
                  <a:ext uri="{FF2B5EF4-FFF2-40B4-BE49-F238E27FC236}">
                    <a16:creationId xmlns:a16="http://schemas.microsoft.com/office/drawing/2014/main" id="{CF30E011-8B8D-C369-5424-F6B216026A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60238" y="3951454"/>
                <a:ext cx="457200" cy="457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5" name="Picture 1054">
                <a:extLst>
                  <a:ext uri="{FF2B5EF4-FFF2-40B4-BE49-F238E27FC236}">
                    <a16:creationId xmlns:a16="http://schemas.microsoft.com/office/drawing/2014/main" id="{F3D70ACB-11A6-7871-F21E-9355A7C93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36481" y="4577962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1056" name="Graphic 1055" descr="Cell Tower outline">
                <a:extLst>
                  <a:ext uri="{FF2B5EF4-FFF2-40B4-BE49-F238E27FC236}">
                    <a16:creationId xmlns:a16="http://schemas.microsoft.com/office/drawing/2014/main" id="{FA7C2C68-0A59-DED4-969C-8EDAADA74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263855" y="4577961"/>
                <a:ext cx="685800" cy="685800"/>
              </a:xfrm>
              <a:prstGeom prst="rect">
                <a:avLst/>
              </a:prstGeom>
            </p:spPr>
          </p:pic>
          <p:cxnSp>
            <p:nvCxnSpPr>
              <p:cNvPr id="1058" name="Straight Arrow Connector 1057">
                <a:extLst>
                  <a:ext uri="{FF2B5EF4-FFF2-40B4-BE49-F238E27FC236}">
                    <a16:creationId xmlns:a16="http://schemas.microsoft.com/office/drawing/2014/main" id="{42154D6F-ED84-D240-D34D-8727CBB1B5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7907" y="4433636"/>
                <a:ext cx="229390" cy="1544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3" name="Straight Arrow Connector 1062">
                <a:extLst>
                  <a:ext uri="{FF2B5EF4-FFF2-40B4-BE49-F238E27FC236}">
                    <a16:creationId xmlns:a16="http://schemas.microsoft.com/office/drawing/2014/main" id="{238B246D-D0CD-BC97-FF54-9D9988FC5D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84076" y="4655221"/>
                <a:ext cx="331326" cy="8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8" name="Straight Arrow Connector 1067">
                <a:extLst>
                  <a:ext uri="{FF2B5EF4-FFF2-40B4-BE49-F238E27FC236}">
                    <a16:creationId xmlns:a16="http://schemas.microsoft.com/office/drawing/2014/main" id="{5A93D9BD-5786-17F7-833B-51923DA69F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84076" y="4779711"/>
                <a:ext cx="312603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3E5B3B11-79C3-C17C-A13B-950FFB3C339D}"/>
                  </a:ext>
                </a:extLst>
              </p:cNvPr>
              <p:cNvSpPr txBox="1"/>
              <p:nvPr/>
            </p:nvSpPr>
            <p:spPr>
              <a:xfrm>
                <a:off x="5225005" y="3991704"/>
                <a:ext cx="10372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Big foundation model on cloud</a:t>
                </a:r>
              </a:p>
            </p:txBody>
          </p:sp>
          <p:sp>
            <p:nvSpPr>
              <p:cNvPr id="1071" name="TextBox 1070">
                <a:extLst>
                  <a:ext uri="{FF2B5EF4-FFF2-40B4-BE49-F238E27FC236}">
                    <a16:creationId xmlns:a16="http://schemas.microsoft.com/office/drawing/2014/main" id="{40219350-BB0A-7197-7DF3-AA1AFA5D7229}"/>
                  </a:ext>
                </a:extLst>
              </p:cNvPr>
              <p:cNvSpPr txBox="1"/>
              <p:nvPr/>
            </p:nvSpPr>
            <p:spPr>
              <a:xfrm>
                <a:off x="4178932" y="4409000"/>
                <a:ext cx="10491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/>
                  <a:t>Processed data</a:t>
                </a:r>
              </a:p>
            </p:txBody>
          </p:sp>
          <p:sp>
            <p:nvSpPr>
              <p:cNvPr id="1072" name="TextBox 1071">
                <a:extLst>
                  <a:ext uri="{FF2B5EF4-FFF2-40B4-BE49-F238E27FC236}">
                    <a16:creationId xmlns:a16="http://schemas.microsoft.com/office/drawing/2014/main" id="{42BDCB42-F820-CCFB-37E7-6217A2FC07A2}"/>
                  </a:ext>
                </a:extLst>
              </p:cNvPr>
              <p:cNvSpPr txBox="1"/>
              <p:nvPr/>
            </p:nvSpPr>
            <p:spPr>
              <a:xfrm>
                <a:off x="6602228" y="4520751"/>
                <a:ext cx="12190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Small edge model for adaption</a:t>
                </a:r>
              </a:p>
            </p:txBody>
          </p:sp>
          <p:sp>
            <p:nvSpPr>
              <p:cNvPr id="1082" name="TextBox 1081">
                <a:extLst>
                  <a:ext uri="{FF2B5EF4-FFF2-40B4-BE49-F238E27FC236}">
                    <a16:creationId xmlns:a16="http://schemas.microsoft.com/office/drawing/2014/main" id="{DAFDEE82-1130-5EB0-427B-6FD388E6034B}"/>
                  </a:ext>
                </a:extLst>
              </p:cNvPr>
              <p:cNvSpPr txBox="1"/>
              <p:nvPr/>
            </p:nvSpPr>
            <p:spPr>
              <a:xfrm>
                <a:off x="4435840" y="5699324"/>
                <a:ext cx="9509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Modulation classification</a:t>
                </a:r>
              </a:p>
            </p:txBody>
          </p: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5C261A86-5DE1-6043-A23E-BD5A822A2F36}"/>
                  </a:ext>
                </a:extLst>
              </p:cNvPr>
              <p:cNvSpPr txBox="1"/>
              <p:nvPr/>
            </p:nvSpPr>
            <p:spPr>
              <a:xfrm>
                <a:off x="5982096" y="5700493"/>
                <a:ext cx="9509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Spectrum sensing</a:t>
                </a:r>
              </a:p>
            </p:txBody>
          </p: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628E4784-6318-0DA8-A4B6-8F7FD5723E67}"/>
                  </a:ext>
                </a:extLst>
              </p:cNvPr>
              <p:cNvSpPr txBox="1"/>
              <p:nvPr/>
            </p:nvSpPr>
            <p:spPr>
              <a:xfrm>
                <a:off x="5253441" y="5698792"/>
                <a:ext cx="9509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Channel prediction</a:t>
                </a:r>
              </a:p>
            </p:txBody>
          </p:sp>
          <p:sp>
            <p:nvSpPr>
              <p:cNvPr id="1085" name="TextBox 1084">
                <a:extLst>
                  <a:ext uri="{FF2B5EF4-FFF2-40B4-BE49-F238E27FC236}">
                    <a16:creationId xmlns:a16="http://schemas.microsoft.com/office/drawing/2014/main" id="{73CE29EE-92B4-D275-0009-AE27FF5949D0}"/>
                  </a:ext>
                </a:extLst>
              </p:cNvPr>
              <p:cNvSpPr txBox="1"/>
              <p:nvPr/>
            </p:nvSpPr>
            <p:spPr>
              <a:xfrm>
                <a:off x="6718070" y="5707002"/>
                <a:ext cx="9509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 dirty="0"/>
                  <a:t>Resource allocation</a:t>
                </a:r>
              </a:p>
            </p:txBody>
          </p:sp>
          <p:pic>
            <p:nvPicPr>
              <p:cNvPr id="2049" name="Picture 204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08161A7D-502A-8808-FA9E-5F32001BDA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22195" y="5454594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2052" name="Picture 2051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9D941FAD-1095-38A0-C766-8A9073911E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58783" y="5437152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2059" name="Picture 205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22F71A62-040F-8134-57E8-68DF4A15C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26240" y="5440846"/>
                <a:ext cx="274320" cy="274320"/>
              </a:xfrm>
              <a:prstGeom prst="rect">
                <a:avLst/>
              </a:prstGeom>
            </p:spPr>
          </p:pic>
          <p:pic>
            <p:nvPicPr>
              <p:cNvPr id="2061" name="Picture 2060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0CA7E4AF-17FF-8966-63E1-BBC5356D7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43447" y="5443449"/>
                <a:ext cx="274320" cy="274320"/>
              </a:xfrm>
              <a:prstGeom prst="rect">
                <a:avLst/>
              </a:prstGeom>
            </p:spPr>
          </p:pic>
          <p:cxnSp>
            <p:nvCxnSpPr>
              <p:cNvPr id="2062" name="Straight Arrow Connector 2061">
                <a:extLst>
                  <a:ext uri="{FF2B5EF4-FFF2-40B4-BE49-F238E27FC236}">
                    <a16:creationId xmlns:a16="http://schemas.microsoft.com/office/drawing/2014/main" id="{C4E07247-4DF3-FC56-22D6-CBF7A43795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17654" y="5177086"/>
                <a:ext cx="117883" cy="1840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106" name="Picture 2105" descr="A diagram of a wireless foundation model&#10;&#10;AI-generated content may be incorrect.">
              <a:extLst>
                <a:ext uri="{FF2B5EF4-FFF2-40B4-BE49-F238E27FC236}">
                  <a16:creationId xmlns:a16="http://schemas.microsoft.com/office/drawing/2014/main" id="{8E12BCD6-8A49-C23C-0532-D6B7ADEA7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3849" y="3850104"/>
              <a:ext cx="3000232" cy="22730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3761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0AAFC4CE-502D-26BE-CE26-39841C3149FC}"/>
              </a:ext>
            </a:extLst>
          </p:cNvPr>
          <p:cNvGrpSpPr/>
          <p:nvPr/>
        </p:nvGrpSpPr>
        <p:grpSpPr>
          <a:xfrm>
            <a:off x="991756" y="0"/>
            <a:ext cx="8837453" cy="6745780"/>
            <a:chOff x="955661" y="165387"/>
            <a:chExt cx="8837453" cy="674578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38AAAE6-ED76-F186-4E67-50CD7597CF3E}"/>
                </a:ext>
              </a:extLst>
            </p:cNvPr>
            <p:cNvGrpSpPr/>
            <p:nvPr/>
          </p:nvGrpSpPr>
          <p:grpSpPr>
            <a:xfrm>
              <a:off x="4197657" y="165387"/>
              <a:ext cx="2345046" cy="2210273"/>
              <a:chOff x="0" y="0"/>
              <a:chExt cx="812800" cy="766087"/>
            </a:xfrm>
            <a:solidFill>
              <a:schemeClr val="bg1">
                <a:lumMod val="85000"/>
              </a:schemeClr>
            </a:solidFill>
          </p:grpSpPr>
          <p:sp>
            <p:nvSpPr>
              <p:cNvPr id="6" name="Freeform 4">
                <a:extLst>
                  <a:ext uri="{FF2B5EF4-FFF2-40B4-BE49-F238E27FC236}">
                    <a16:creationId xmlns:a16="http://schemas.microsoft.com/office/drawing/2014/main" id="{56E2F034-00E5-08CB-7E7D-B82724FDEC77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5">
                <a:extLst>
                  <a:ext uri="{FF2B5EF4-FFF2-40B4-BE49-F238E27FC236}">
                    <a16:creationId xmlns:a16="http://schemas.microsoft.com/office/drawing/2014/main" id="{16CE8DE8-A93B-8594-CFB5-70E6D95766F5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21322665-D8AC-8971-424A-14C8F4FA0A24}"/>
                </a:ext>
              </a:extLst>
            </p:cNvPr>
            <p:cNvGrpSpPr/>
            <p:nvPr/>
          </p:nvGrpSpPr>
          <p:grpSpPr>
            <a:xfrm rot="-2176570">
              <a:off x="2148800" y="799041"/>
              <a:ext cx="2345046" cy="2210273"/>
              <a:chOff x="0" y="0"/>
              <a:chExt cx="812800" cy="766087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9" name="Freeform 7">
                <a:extLst>
                  <a:ext uri="{FF2B5EF4-FFF2-40B4-BE49-F238E27FC236}">
                    <a16:creationId xmlns:a16="http://schemas.microsoft.com/office/drawing/2014/main" id="{099E1FEE-FC42-7265-9BFE-EAC91ED3842D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8">
                <a:extLst>
                  <a:ext uri="{FF2B5EF4-FFF2-40B4-BE49-F238E27FC236}">
                    <a16:creationId xmlns:a16="http://schemas.microsoft.com/office/drawing/2014/main" id="{27FE4FD6-B697-7032-01E2-2D11B8F02D64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5F02D3B4-53B6-21C5-1612-738E0F2325A0}"/>
                </a:ext>
              </a:extLst>
            </p:cNvPr>
            <p:cNvGrpSpPr/>
            <p:nvPr/>
          </p:nvGrpSpPr>
          <p:grpSpPr>
            <a:xfrm rot="2187752">
              <a:off x="6248422" y="798102"/>
              <a:ext cx="2345046" cy="2210273"/>
              <a:chOff x="0" y="0"/>
              <a:chExt cx="812800" cy="766087"/>
            </a:xfrm>
            <a:solidFill>
              <a:schemeClr val="tx1">
                <a:lumMod val="85000"/>
                <a:lumOff val="15000"/>
              </a:schemeClr>
            </a:solidFill>
          </p:grpSpPr>
          <p:sp>
            <p:nvSpPr>
              <p:cNvPr id="12" name="Freeform 10">
                <a:extLst>
                  <a:ext uri="{FF2B5EF4-FFF2-40B4-BE49-F238E27FC236}">
                    <a16:creationId xmlns:a16="http://schemas.microsoft.com/office/drawing/2014/main" id="{58561E16-0775-342E-81CB-93F1D86951EE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1">
                <a:extLst>
                  <a:ext uri="{FF2B5EF4-FFF2-40B4-BE49-F238E27FC236}">
                    <a16:creationId xmlns:a16="http://schemas.microsoft.com/office/drawing/2014/main" id="{7CD72BB9-1256-9119-E9D2-9281D19786B9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A5955FE-33CB-D749-C4DD-17BC5EEF22AD}"/>
                </a:ext>
              </a:extLst>
            </p:cNvPr>
            <p:cNvGrpSpPr/>
            <p:nvPr/>
          </p:nvGrpSpPr>
          <p:grpSpPr>
            <a:xfrm>
              <a:off x="955661" y="2414456"/>
              <a:ext cx="2345046" cy="2210273"/>
              <a:chOff x="0" y="0"/>
              <a:chExt cx="812800" cy="766087"/>
            </a:xfrm>
            <a:solidFill>
              <a:schemeClr val="bg2">
                <a:lumMod val="75000"/>
              </a:schemeClr>
            </a:solidFill>
          </p:grpSpPr>
          <p:sp>
            <p:nvSpPr>
              <p:cNvPr id="15" name="Freeform 13">
                <a:extLst>
                  <a:ext uri="{FF2B5EF4-FFF2-40B4-BE49-F238E27FC236}">
                    <a16:creationId xmlns:a16="http://schemas.microsoft.com/office/drawing/2014/main" id="{223A5BC0-84A9-371F-DD8D-CCA3DF289D2C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7E891F81-0551-37AC-1905-8E0F1A1F4807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17" name="Group 15">
              <a:extLst>
                <a:ext uri="{FF2B5EF4-FFF2-40B4-BE49-F238E27FC236}">
                  <a16:creationId xmlns:a16="http://schemas.microsoft.com/office/drawing/2014/main" id="{C6941E3A-B783-3758-356D-7F7BEC28A8D3}"/>
                </a:ext>
              </a:extLst>
            </p:cNvPr>
            <p:cNvGrpSpPr/>
            <p:nvPr/>
          </p:nvGrpSpPr>
          <p:grpSpPr>
            <a:xfrm>
              <a:off x="7448068" y="2414456"/>
              <a:ext cx="2345046" cy="2210273"/>
              <a:chOff x="0" y="0"/>
              <a:chExt cx="812800" cy="766087"/>
            </a:xfrm>
            <a:solidFill>
              <a:schemeClr val="bg1">
                <a:lumMod val="85000"/>
              </a:schemeClr>
            </a:solidFill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3A772345-6FC2-CD96-A071-4082FF9227B4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7">
                <a:extLst>
                  <a:ext uri="{FF2B5EF4-FFF2-40B4-BE49-F238E27FC236}">
                    <a16:creationId xmlns:a16="http://schemas.microsoft.com/office/drawing/2014/main" id="{C8D8CB48-3051-D879-63BE-73519C9DFE45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0" name="Group 18">
              <a:extLst>
                <a:ext uri="{FF2B5EF4-FFF2-40B4-BE49-F238E27FC236}">
                  <a16:creationId xmlns:a16="http://schemas.microsoft.com/office/drawing/2014/main" id="{BB597DDF-C35D-A56B-60C9-C279A91B06E1}"/>
                </a:ext>
              </a:extLst>
            </p:cNvPr>
            <p:cNvGrpSpPr/>
            <p:nvPr/>
          </p:nvGrpSpPr>
          <p:grpSpPr>
            <a:xfrm rot="-10800000">
              <a:off x="976277" y="4700894"/>
              <a:ext cx="2345046" cy="2210273"/>
              <a:chOff x="0" y="0"/>
              <a:chExt cx="812800" cy="766087"/>
            </a:xfrm>
            <a:solidFill>
              <a:schemeClr val="bg2">
                <a:lumMod val="25000"/>
              </a:schemeClr>
            </a:solidFill>
          </p:grpSpPr>
          <p:sp>
            <p:nvSpPr>
              <p:cNvPr id="21" name="Freeform 19">
                <a:extLst>
                  <a:ext uri="{FF2B5EF4-FFF2-40B4-BE49-F238E27FC236}">
                    <a16:creationId xmlns:a16="http://schemas.microsoft.com/office/drawing/2014/main" id="{49ED70F8-830E-71F4-2794-E4EE24568D65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0">
                <a:extLst>
                  <a:ext uri="{FF2B5EF4-FFF2-40B4-BE49-F238E27FC236}">
                    <a16:creationId xmlns:a16="http://schemas.microsoft.com/office/drawing/2014/main" id="{1CEC48BD-03E2-7582-E73A-0079B2172979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3" name="Group 21">
              <a:extLst>
                <a:ext uri="{FF2B5EF4-FFF2-40B4-BE49-F238E27FC236}">
                  <a16:creationId xmlns:a16="http://schemas.microsoft.com/office/drawing/2014/main" id="{F35C520F-A6C6-718E-1199-AE39B170A39D}"/>
                </a:ext>
              </a:extLst>
            </p:cNvPr>
            <p:cNvGrpSpPr/>
            <p:nvPr/>
          </p:nvGrpSpPr>
          <p:grpSpPr>
            <a:xfrm rot="-10800000">
              <a:off x="7429018" y="4700894"/>
              <a:ext cx="2345046" cy="2210273"/>
              <a:chOff x="0" y="0"/>
              <a:chExt cx="812800" cy="766087"/>
            </a:xfrm>
            <a:solidFill>
              <a:schemeClr val="bg2">
                <a:lumMod val="25000"/>
              </a:schemeClr>
            </a:solidFill>
          </p:grpSpPr>
          <p:sp>
            <p:nvSpPr>
              <p:cNvPr id="24" name="Freeform 22">
                <a:extLst>
                  <a:ext uri="{FF2B5EF4-FFF2-40B4-BE49-F238E27FC236}">
                    <a16:creationId xmlns:a16="http://schemas.microsoft.com/office/drawing/2014/main" id="{B70969DA-60F6-397F-2B5F-35D186A7CD4F}"/>
                  </a:ext>
                </a:extLst>
              </p:cNvPr>
              <p:cNvSpPr/>
              <p:nvPr/>
            </p:nvSpPr>
            <p:spPr>
              <a:xfrm>
                <a:off x="8322" y="15537"/>
                <a:ext cx="796157" cy="750551"/>
              </a:xfrm>
              <a:custGeom>
                <a:avLst/>
                <a:gdLst/>
                <a:ahLst/>
                <a:cxnLst/>
                <a:rect l="l" t="t" r="r" b="b"/>
                <a:pathLst>
                  <a:path w="796157" h="750551">
                    <a:moveTo>
                      <a:pt x="451661" y="23044"/>
                    </a:moveTo>
                    <a:lnTo>
                      <a:pt x="750895" y="238501"/>
                    </a:lnTo>
                    <a:cubicBezTo>
                      <a:pt x="782801" y="261474"/>
                      <a:pt x="796156" y="302464"/>
                      <a:pt x="783908" y="339824"/>
                    </a:cubicBezTo>
                    <a:lnTo>
                      <a:pt x="669818" y="687809"/>
                    </a:lnTo>
                    <a:cubicBezTo>
                      <a:pt x="657545" y="725240"/>
                      <a:pt x="622612" y="750550"/>
                      <a:pt x="583219" y="750550"/>
                    </a:cubicBezTo>
                    <a:lnTo>
                      <a:pt x="212937" y="750550"/>
                    </a:lnTo>
                    <a:cubicBezTo>
                      <a:pt x="173544" y="750550"/>
                      <a:pt x="138611" y="725240"/>
                      <a:pt x="126338" y="687809"/>
                    </a:cubicBezTo>
                    <a:lnTo>
                      <a:pt x="12248" y="339824"/>
                    </a:lnTo>
                    <a:cubicBezTo>
                      <a:pt x="0" y="302464"/>
                      <a:pt x="13355" y="261474"/>
                      <a:pt x="45261" y="238501"/>
                    </a:cubicBezTo>
                    <a:lnTo>
                      <a:pt x="344495" y="23044"/>
                    </a:lnTo>
                    <a:cubicBezTo>
                      <a:pt x="376500" y="0"/>
                      <a:pt x="419656" y="0"/>
                      <a:pt x="451661" y="23044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3">
                <a:extLst>
                  <a:ext uri="{FF2B5EF4-FFF2-40B4-BE49-F238E27FC236}">
                    <a16:creationId xmlns:a16="http://schemas.microsoft.com/office/drawing/2014/main" id="{8A8F11D4-0D02-2EF0-B5CB-0AE06413DDCC}"/>
                  </a:ext>
                </a:extLst>
              </p:cNvPr>
              <p:cNvSpPr txBox="1"/>
              <p:nvPr/>
            </p:nvSpPr>
            <p:spPr>
              <a:xfrm>
                <a:off x="127000" y="162947"/>
                <a:ext cx="558800" cy="555260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grpSp>
          <p:nvGrpSpPr>
            <p:cNvPr id="26" name="Group 24">
              <a:extLst>
                <a:ext uri="{FF2B5EF4-FFF2-40B4-BE49-F238E27FC236}">
                  <a16:creationId xmlns:a16="http://schemas.microsoft.com/office/drawing/2014/main" id="{9B9D6E79-C1A3-CC3A-BC59-759F4C8C3E99}"/>
                </a:ext>
              </a:extLst>
            </p:cNvPr>
            <p:cNvGrpSpPr/>
            <p:nvPr/>
          </p:nvGrpSpPr>
          <p:grpSpPr>
            <a:xfrm>
              <a:off x="3884526" y="3160009"/>
              <a:ext cx="3017520" cy="3017520"/>
              <a:chOff x="0" y="0"/>
              <a:chExt cx="812800" cy="812800"/>
            </a:xfrm>
            <a:solidFill>
              <a:schemeClr val="tx1">
                <a:lumMod val="95000"/>
                <a:lumOff val="5000"/>
              </a:schemeClr>
            </a:solidFill>
          </p:grpSpPr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6901CF77-11F9-3971-BB0E-D430A407E19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8" name="TextBox 26">
                <a:extLst>
                  <a:ext uri="{FF2B5EF4-FFF2-40B4-BE49-F238E27FC236}">
                    <a16:creationId xmlns:a16="http://schemas.microsoft.com/office/drawing/2014/main" id="{8E505237-A2A8-EDAD-A637-43EDF69F5206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9" name="AutoShape 27">
              <a:extLst>
                <a:ext uri="{FF2B5EF4-FFF2-40B4-BE49-F238E27FC236}">
                  <a16:creationId xmlns:a16="http://schemas.microsoft.com/office/drawing/2014/main" id="{6A5E9A83-A2CA-061B-9911-8A36A7D56C4A}"/>
                </a:ext>
              </a:extLst>
            </p:cNvPr>
            <p:cNvSpPr/>
            <p:nvPr/>
          </p:nvSpPr>
          <p:spPr>
            <a:xfrm flipV="1">
              <a:off x="3096093" y="5196164"/>
              <a:ext cx="678383" cy="181772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28">
              <a:extLst>
                <a:ext uri="{FF2B5EF4-FFF2-40B4-BE49-F238E27FC236}">
                  <a16:creationId xmlns:a16="http://schemas.microsoft.com/office/drawing/2014/main" id="{3AF8CBFA-0348-532E-F9E6-15F7523E41FC}"/>
                </a:ext>
              </a:extLst>
            </p:cNvPr>
            <p:cNvSpPr txBox="1"/>
            <p:nvPr/>
          </p:nvSpPr>
          <p:spPr>
            <a:xfrm>
              <a:off x="4199212" y="4207531"/>
              <a:ext cx="2351915" cy="12016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10"/>
                </a:lnSpc>
              </a:pPr>
              <a:r>
                <a:rPr lang="en-US" sz="2800" dirty="0">
                  <a:solidFill>
                    <a:schemeClr val="bg1"/>
                  </a:solidFill>
                </a:rPr>
                <a:t>Unified Wireless Foundation Model</a:t>
              </a:r>
              <a:endParaRPr lang="en-US" sz="2400" b="1" dirty="0">
                <a:solidFill>
                  <a:schemeClr val="bg1"/>
                </a:solidFill>
                <a:latin typeface="Public Sans Bold"/>
                <a:ea typeface="Public Sans Bold"/>
                <a:cs typeface="Public Sans Bold"/>
                <a:sym typeface="Public Sans Bold"/>
              </a:endParaRPr>
            </a:p>
          </p:txBody>
        </p:sp>
        <p:sp>
          <p:nvSpPr>
            <p:cNvPr id="31" name="AutoShape 29">
              <a:extLst>
                <a:ext uri="{FF2B5EF4-FFF2-40B4-BE49-F238E27FC236}">
                  <a16:creationId xmlns:a16="http://schemas.microsoft.com/office/drawing/2014/main" id="{9C941A3C-9088-B623-9B98-88C8B63AB011}"/>
                </a:ext>
              </a:extLst>
            </p:cNvPr>
            <p:cNvSpPr/>
            <p:nvPr/>
          </p:nvSpPr>
          <p:spPr>
            <a:xfrm>
              <a:off x="3093628" y="3960274"/>
              <a:ext cx="683313" cy="184576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utoShape 30">
              <a:extLst>
                <a:ext uri="{FF2B5EF4-FFF2-40B4-BE49-F238E27FC236}">
                  <a16:creationId xmlns:a16="http://schemas.microsoft.com/office/drawing/2014/main" id="{D3F59684-6036-8CCC-A83F-FAF4B9B67BA6}"/>
                </a:ext>
              </a:extLst>
            </p:cNvPr>
            <p:cNvSpPr/>
            <p:nvPr/>
          </p:nvSpPr>
          <p:spPr>
            <a:xfrm>
              <a:off x="3975208" y="2795111"/>
              <a:ext cx="387145" cy="531434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AutoShape 31">
              <a:extLst>
                <a:ext uri="{FF2B5EF4-FFF2-40B4-BE49-F238E27FC236}">
                  <a16:creationId xmlns:a16="http://schemas.microsoft.com/office/drawing/2014/main" id="{D2056C74-652A-27C7-0657-90978AF6F44B}"/>
                </a:ext>
              </a:extLst>
            </p:cNvPr>
            <p:cNvSpPr/>
            <p:nvPr/>
          </p:nvSpPr>
          <p:spPr>
            <a:xfrm flipH="1">
              <a:off x="5370180" y="2375661"/>
              <a:ext cx="0" cy="616596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utoShape 32">
              <a:extLst>
                <a:ext uri="{FF2B5EF4-FFF2-40B4-BE49-F238E27FC236}">
                  <a16:creationId xmlns:a16="http://schemas.microsoft.com/office/drawing/2014/main" id="{BECBEBFE-B78D-D965-25D4-C484BB46EE2B}"/>
                </a:ext>
              </a:extLst>
            </p:cNvPr>
            <p:cNvSpPr/>
            <p:nvPr/>
          </p:nvSpPr>
          <p:spPr>
            <a:xfrm flipH="1">
              <a:off x="6332362" y="2792040"/>
              <a:ext cx="431804" cy="540041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AutoShape 33">
              <a:extLst>
                <a:ext uri="{FF2B5EF4-FFF2-40B4-BE49-F238E27FC236}">
                  <a16:creationId xmlns:a16="http://schemas.microsoft.com/office/drawing/2014/main" id="{78824A73-97D2-8F79-CADF-0A91BFBBE5F6}"/>
                </a:ext>
              </a:extLst>
            </p:cNvPr>
            <p:cNvSpPr/>
            <p:nvPr/>
          </p:nvSpPr>
          <p:spPr>
            <a:xfrm flipV="1">
              <a:off x="6977088" y="4052562"/>
              <a:ext cx="727644" cy="152225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AutoShape 34">
              <a:extLst>
                <a:ext uri="{FF2B5EF4-FFF2-40B4-BE49-F238E27FC236}">
                  <a16:creationId xmlns:a16="http://schemas.microsoft.com/office/drawing/2014/main" id="{BCA46EC7-5F0D-2F11-4E79-FEA8ADBBF0FE}"/>
                </a:ext>
              </a:extLst>
            </p:cNvPr>
            <p:cNvSpPr/>
            <p:nvPr/>
          </p:nvSpPr>
          <p:spPr>
            <a:xfrm>
              <a:off x="6975137" y="5186964"/>
              <a:ext cx="659111" cy="200173"/>
            </a:xfrm>
            <a:prstGeom prst="line">
              <a:avLst/>
            </a:prstGeom>
            <a:ln w="19050" cap="rnd">
              <a:solidFill>
                <a:srgbClr val="404040"/>
              </a:solidFill>
              <a:prstDash val="sysDot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6">
              <a:extLst>
                <a:ext uri="{FF2B5EF4-FFF2-40B4-BE49-F238E27FC236}">
                  <a16:creationId xmlns:a16="http://schemas.microsoft.com/office/drawing/2014/main" id="{3FEB276B-75BD-A28A-F825-05E543C1E68C}"/>
                </a:ext>
              </a:extLst>
            </p:cNvPr>
            <p:cNvSpPr txBox="1"/>
            <p:nvPr/>
          </p:nvSpPr>
          <p:spPr>
            <a:xfrm>
              <a:off x="4503753" y="1311822"/>
              <a:ext cx="1669626" cy="719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/>
                <a:t>Continual </a:t>
              </a:r>
            </a:p>
            <a:p>
              <a:pPr algn="ctr">
                <a:lnSpc>
                  <a:spcPts val="1759"/>
                </a:lnSpc>
              </a:pPr>
              <a:r>
                <a:rPr lang="en-US" sz="2400" dirty="0"/>
                <a:t>on-device learning</a:t>
              </a:r>
              <a:endParaRPr lang="en-US" sz="2000" dirty="0">
                <a:solidFill>
                  <a:srgbClr val="40404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sp>
          <p:nvSpPr>
            <p:cNvPr id="49" name="TextBox 47">
              <a:extLst>
                <a:ext uri="{FF2B5EF4-FFF2-40B4-BE49-F238E27FC236}">
                  <a16:creationId xmlns:a16="http://schemas.microsoft.com/office/drawing/2014/main" id="{2E695236-DDA7-53FE-6A3B-9FC96C0893DD}"/>
                </a:ext>
              </a:extLst>
            </p:cNvPr>
            <p:cNvSpPr txBox="1"/>
            <p:nvPr/>
          </p:nvSpPr>
          <p:spPr>
            <a:xfrm>
              <a:off x="6619154" y="1773892"/>
              <a:ext cx="1518351" cy="7200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>
                  <a:solidFill>
                    <a:schemeClr val="bg1"/>
                  </a:solidFill>
                  <a:sym typeface="Public Sans"/>
                </a:rPr>
                <a:t>Parameter efficient finetuning</a:t>
              </a:r>
            </a:p>
          </p:txBody>
        </p:sp>
        <p:pic>
          <p:nvPicPr>
            <p:cNvPr id="3074" name="Picture 2" descr="Machine learning - Free electronics icons">
              <a:extLst>
                <a:ext uri="{FF2B5EF4-FFF2-40B4-BE49-F238E27FC236}">
                  <a16:creationId xmlns:a16="http://schemas.microsoft.com/office/drawing/2014/main" id="{FB60F302-6032-3000-9BD2-694457224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525" y="595272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46">
              <a:extLst>
                <a:ext uri="{FF2B5EF4-FFF2-40B4-BE49-F238E27FC236}">
                  <a16:creationId xmlns:a16="http://schemas.microsoft.com/office/drawing/2014/main" id="{9D601B04-6A50-C76C-489D-2BE86DA5E140}"/>
                </a:ext>
              </a:extLst>
            </p:cNvPr>
            <p:cNvSpPr txBox="1"/>
            <p:nvPr/>
          </p:nvSpPr>
          <p:spPr>
            <a:xfrm>
              <a:off x="2535392" y="1884986"/>
              <a:ext cx="1669626" cy="719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Smaller distilled models </a:t>
              </a:r>
              <a:endParaRPr lang="en-US" sz="2400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1026" name="Picture 2" descr="Distillation - Free education icons">
              <a:extLst>
                <a:ext uri="{FF2B5EF4-FFF2-40B4-BE49-F238E27FC236}">
                  <a16:creationId xmlns:a16="http://schemas.microsoft.com/office/drawing/2014/main" id="{5DCAE926-0EF2-50C3-633E-3547E8E461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6186" y="1207154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Download Free Fine tuning Icons in PNG &amp; SVG">
              <a:extLst>
                <a:ext uri="{FF2B5EF4-FFF2-40B4-BE49-F238E27FC236}">
                  <a16:creationId xmlns:a16="http://schemas.microsoft.com/office/drawing/2014/main" id="{6AD9FAB0-F48D-87D1-3A49-CA1356EBDC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497" y="1175865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" name="TextBox 46">
              <a:extLst>
                <a:ext uri="{FF2B5EF4-FFF2-40B4-BE49-F238E27FC236}">
                  <a16:creationId xmlns:a16="http://schemas.microsoft.com/office/drawing/2014/main" id="{8BD105C6-B87F-AAA4-6364-A21624090D86}"/>
                </a:ext>
              </a:extLst>
            </p:cNvPr>
            <p:cNvSpPr txBox="1"/>
            <p:nvPr/>
          </p:nvSpPr>
          <p:spPr>
            <a:xfrm>
              <a:off x="1322074" y="3520611"/>
              <a:ext cx="1669626" cy="94994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/>
                <a:t>Robustness under extreme SNRs</a:t>
              </a:r>
              <a:endParaRPr lang="en-US" sz="2000" dirty="0">
                <a:solidFill>
                  <a:srgbClr val="40404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39" name="Picture 8" descr="Robustness Generic color outline icon | Freepik">
              <a:extLst>
                <a:ext uri="{FF2B5EF4-FFF2-40B4-BE49-F238E27FC236}">
                  <a16:creationId xmlns:a16="http://schemas.microsoft.com/office/drawing/2014/main" id="{476400E4-C907-4401-E0C5-06FE7B482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GlowEdges/>
                      </a14:imgEffect>
                      <a14:imgEffect>
                        <a14:colorTemperature colorTemp="47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9583" y="2905790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" name="TextBox 46">
              <a:extLst>
                <a:ext uri="{FF2B5EF4-FFF2-40B4-BE49-F238E27FC236}">
                  <a16:creationId xmlns:a16="http://schemas.microsoft.com/office/drawing/2014/main" id="{BD624E8D-225D-42B0-8117-741F743620D0}"/>
                </a:ext>
              </a:extLst>
            </p:cNvPr>
            <p:cNvSpPr txBox="1"/>
            <p:nvPr/>
          </p:nvSpPr>
          <p:spPr>
            <a:xfrm>
              <a:off x="1322074" y="5535083"/>
              <a:ext cx="1669626" cy="719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Hardware-aware quantization</a:t>
              </a:r>
              <a:endParaRPr lang="en-US" sz="2400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1034" name="Picture 10" descr="Quantitative - Free business and finance icons">
              <a:extLst>
                <a:ext uri="{FF2B5EF4-FFF2-40B4-BE49-F238E27FC236}">
                  <a16:creationId xmlns:a16="http://schemas.microsoft.com/office/drawing/2014/main" id="{74BC19E3-BC36-7FBC-F688-6DCB22B5B4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8287" y="4904734"/>
              <a:ext cx="457200" cy="457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6">
              <a:extLst>
                <a:ext uri="{FF2B5EF4-FFF2-40B4-BE49-F238E27FC236}">
                  <a16:creationId xmlns:a16="http://schemas.microsoft.com/office/drawing/2014/main" id="{6B54D8AA-475C-F17B-A974-8B28605E2E7F}"/>
                </a:ext>
              </a:extLst>
            </p:cNvPr>
            <p:cNvSpPr txBox="1"/>
            <p:nvPr/>
          </p:nvSpPr>
          <p:spPr>
            <a:xfrm>
              <a:off x="7785777" y="3474731"/>
              <a:ext cx="1669626" cy="71910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/>
                <a:t>Zero-shot signal inference</a:t>
              </a:r>
              <a:endParaRPr lang="en-US" sz="2000" dirty="0">
                <a:solidFill>
                  <a:srgbClr val="40404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  <p:pic>
          <p:nvPicPr>
            <p:cNvPr id="1036" name="Picture 12" descr="Free Zero Shot Prompt Icon - Free Download Science &amp; Technology Icons |  IconScout">
              <a:extLst>
                <a:ext uri="{FF2B5EF4-FFF2-40B4-BE49-F238E27FC236}">
                  <a16:creationId xmlns:a16="http://schemas.microsoft.com/office/drawing/2014/main" id="{622A5FEB-EE69-52EB-CB26-C3AD4B706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7263" y="2757994"/>
              <a:ext cx="568551" cy="568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7">
              <a:extLst>
                <a:ext uri="{FF2B5EF4-FFF2-40B4-BE49-F238E27FC236}">
                  <a16:creationId xmlns:a16="http://schemas.microsoft.com/office/drawing/2014/main" id="{7DA74853-BB47-1F19-DB5E-809798253AC9}"/>
                </a:ext>
              </a:extLst>
            </p:cNvPr>
            <p:cNvSpPr txBox="1"/>
            <p:nvPr/>
          </p:nvSpPr>
          <p:spPr>
            <a:xfrm>
              <a:off x="7837761" y="5585717"/>
              <a:ext cx="1644053" cy="7200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759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Agentic interference avoidance</a:t>
              </a:r>
              <a:endParaRPr lang="en-US" sz="2400" dirty="0">
                <a:solidFill>
                  <a:schemeClr val="bg1"/>
                </a:solidFill>
                <a:sym typeface="Public Sans"/>
              </a:endParaRPr>
            </a:p>
          </p:txBody>
        </p:sp>
        <p:pic>
          <p:nvPicPr>
            <p:cNvPr id="1038" name="Picture 14" descr="Ai Agent Icons - Free SVG &amp; PNG Ai Agent Images - Noun Project">
              <a:extLst>
                <a:ext uri="{FF2B5EF4-FFF2-40B4-BE49-F238E27FC236}">
                  <a16:creationId xmlns:a16="http://schemas.microsoft.com/office/drawing/2014/main" id="{638FF137-8C69-1868-02C7-F3514809E1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9198" y="4839035"/>
              <a:ext cx="582784" cy="58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3512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E86A-0037-5DA1-77F2-1F564206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>
            <a:extLst>
              <a:ext uri="{FF2B5EF4-FFF2-40B4-BE49-F238E27FC236}">
                <a16:creationId xmlns:a16="http://schemas.microsoft.com/office/drawing/2014/main" id="{52FC1439-82CA-C77D-3BF4-0D1D6FCD5183}"/>
              </a:ext>
            </a:extLst>
          </p:cNvPr>
          <p:cNvGrpSpPr/>
          <p:nvPr/>
        </p:nvGrpSpPr>
        <p:grpSpPr>
          <a:xfrm>
            <a:off x="4197657" y="165387"/>
            <a:ext cx="2345046" cy="2210273"/>
            <a:chOff x="0" y="0"/>
            <a:chExt cx="812800" cy="766087"/>
          </a:xfrm>
          <a:solidFill>
            <a:schemeClr val="bg1">
              <a:lumMod val="85000"/>
            </a:schemeClr>
          </a:solidFill>
        </p:grpSpPr>
        <p:sp>
          <p:nvSpPr>
            <p:cNvPr id="6" name="Freeform 4">
              <a:extLst>
                <a:ext uri="{FF2B5EF4-FFF2-40B4-BE49-F238E27FC236}">
                  <a16:creationId xmlns:a16="http://schemas.microsoft.com/office/drawing/2014/main" id="{40130927-206D-1B24-74D0-3A3DC9DB90FA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1DD0ED57-FAAE-4334-94C4-EB1B9CE3559F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362C9C97-043C-D444-42B3-EF2A3A8EF737}"/>
              </a:ext>
            </a:extLst>
          </p:cNvPr>
          <p:cNvGrpSpPr/>
          <p:nvPr/>
        </p:nvGrpSpPr>
        <p:grpSpPr>
          <a:xfrm rot="-2176570">
            <a:off x="2148800" y="799041"/>
            <a:ext cx="2345046" cy="2210273"/>
            <a:chOff x="0" y="0"/>
            <a:chExt cx="812800" cy="76608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6AC55A07-AC43-6B1C-FA06-A72811FE4320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9409E6AC-5C08-7A8F-A091-74AB7C3DD687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9">
            <a:extLst>
              <a:ext uri="{FF2B5EF4-FFF2-40B4-BE49-F238E27FC236}">
                <a16:creationId xmlns:a16="http://schemas.microsoft.com/office/drawing/2014/main" id="{DAE23242-4FA5-8D1D-02D3-02E41CE6B557}"/>
              </a:ext>
            </a:extLst>
          </p:cNvPr>
          <p:cNvGrpSpPr/>
          <p:nvPr/>
        </p:nvGrpSpPr>
        <p:grpSpPr>
          <a:xfrm rot="2187752">
            <a:off x="6248422" y="798102"/>
            <a:ext cx="2345046" cy="2210273"/>
            <a:chOff x="0" y="0"/>
            <a:chExt cx="812800" cy="76608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F3B51CF2-345A-02FF-A05D-768FFC57AC3D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FC02909D-2906-4D5F-09E3-509A65BE08F5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B2989DFB-9EE9-E506-813D-239246198E9E}"/>
              </a:ext>
            </a:extLst>
          </p:cNvPr>
          <p:cNvGrpSpPr/>
          <p:nvPr/>
        </p:nvGrpSpPr>
        <p:grpSpPr>
          <a:xfrm>
            <a:off x="955661" y="2414456"/>
            <a:ext cx="2345046" cy="2210273"/>
            <a:chOff x="0" y="0"/>
            <a:chExt cx="812800" cy="766087"/>
          </a:xfrm>
          <a:solidFill>
            <a:schemeClr val="bg2">
              <a:lumMod val="75000"/>
            </a:schemeClr>
          </a:solidFill>
        </p:grpSpPr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6C1AD690-5AE4-B413-26B9-35B3A920B10F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A2EC40A6-2479-7179-760A-00E991568E6C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FDF09949-73D5-F86D-02DE-8241593994FA}"/>
              </a:ext>
            </a:extLst>
          </p:cNvPr>
          <p:cNvGrpSpPr/>
          <p:nvPr/>
        </p:nvGrpSpPr>
        <p:grpSpPr>
          <a:xfrm>
            <a:off x="7448068" y="2414456"/>
            <a:ext cx="2345046" cy="2210273"/>
            <a:chOff x="0" y="0"/>
            <a:chExt cx="812800" cy="766087"/>
          </a:xfrm>
          <a:solidFill>
            <a:schemeClr val="bg1">
              <a:lumMod val="85000"/>
            </a:schemeClr>
          </a:solidFill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FE0003CA-7392-E340-CECD-836BF9DD553F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2F0DC8AE-1D61-4F77-7A9E-2BF3DC936044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1894651D-20D8-D961-2025-CA25D088D3E1}"/>
              </a:ext>
            </a:extLst>
          </p:cNvPr>
          <p:cNvGrpSpPr/>
          <p:nvPr/>
        </p:nvGrpSpPr>
        <p:grpSpPr>
          <a:xfrm rot="-10800000">
            <a:off x="976277" y="4700894"/>
            <a:ext cx="2345046" cy="2210273"/>
            <a:chOff x="0" y="0"/>
            <a:chExt cx="812800" cy="766087"/>
          </a:xfrm>
          <a:solidFill>
            <a:schemeClr val="bg2">
              <a:lumMod val="25000"/>
            </a:schemeClr>
          </a:solidFill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EBBF0CC7-4886-AD0E-81A5-9C52DE390B05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437BAF88-50B0-4BAF-4004-95D6123C71E3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1">
            <a:extLst>
              <a:ext uri="{FF2B5EF4-FFF2-40B4-BE49-F238E27FC236}">
                <a16:creationId xmlns:a16="http://schemas.microsoft.com/office/drawing/2014/main" id="{03E6BF43-2D3A-ED4A-06A9-4B23AEF90D96}"/>
              </a:ext>
            </a:extLst>
          </p:cNvPr>
          <p:cNvGrpSpPr/>
          <p:nvPr/>
        </p:nvGrpSpPr>
        <p:grpSpPr>
          <a:xfrm rot="-10800000">
            <a:off x="7429018" y="4700894"/>
            <a:ext cx="2345046" cy="2210273"/>
            <a:chOff x="0" y="0"/>
            <a:chExt cx="812800" cy="766087"/>
          </a:xfrm>
          <a:solidFill>
            <a:schemeClr val="bg2">
              <a:lumMod val="25000"/>
            </a:schemeClr>
          </a:solidFill>
        </p:grpSpPr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3705E047-4CBF-0012-3CDE-7F60D08A1C0B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3">
              <a:extLst>
                <a:ext uri="{FF2B5EF4-FFF2-40B4-BE49-F238E27FC236}">
                  <a16:creationId xmlns:a16="http://schemas.microsoft.com/office/drawing/2014/main" id="{8C92B07E-7061-40D5-7178-90C7A4B78950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6" name="Group 24">
            <a:extLst>
              <a:ext uri="{FF2B5EF4-FFF2-40B4-BE49-F238E27FC236}">
                <a16:creationId xmlns:a16="http://schemas.microsoft.com/office/drawing/2014/main" id="{3BA3DA86-DDFD-7D3C-F486-0E104C997741}"/>
              </a:ext>
            </a:extLst>
          </p:cNvPr>
          <p:cNvGrpSpPr/>
          <p:nvPr/>
        </p:nvGrpSpPr>
        <p:grpSpPr>
          <a:xfrm>
            <a:off x="3884526" y="3160009"/>
            <a:ext cx="3017520" cy="3017520"/>
            <a:chOff x="0" y="0"/>
            <a:chExt cx="812800" cy="8128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66202C03-D49D-977B-06A0-BAB75DE2CE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" name="TextBox 26">
              <a:extLst>
                <a:ext uri="{FF2B5EF4-FFF2-40B4-BE49-F238E27FC236}">
                  <a16:creationId xmlns:a16="http://schemas.microsoft.com/office/drawing/2014/main" id="{0A36248A-6E69-277A-E77B-81755994633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9" name="AutoShape 27">
            <a:extLst>
              <a:ext uri="{FF2B5EF4-FFF2-40B4-BE49-F238E27FC236}">
                <a16:creationId xmlns:a16="http://schemas.microsoft.com/office/drawing/2014/main" id="{DD09E693-2B61-918F-7824-68E448845490}"/>
              </a:ext>
            </a:extLst>
          </p:cNvPr>
          <p:cNvSpPr/>
          <p:nvPr/>
        </p:nvSpPr>
        <p:spPr>
          <a:xfrm flipV="1">
            <a:off x="3096093" y="5196164"/>
            <a:ext cx="678383" cy="181772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5D6DFA9E-43C2-40FD-3E5D-E5D8E0106F4A}"/>
              </a:ext>
            </a:extLst>
          </p:cNvPr>
          <p:cNvSpPr txBox="1"/>
          <p:nvPr/>
        </p:nvSpPr>
        <p:spPr>
          <a:xfrm>
            <a:off x="4199212" y="4207531"/>
            <a:ext cx="2351915" cy="12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800" dirty="0">
                <a:solidFill>
                  <a:schemeClr val="bg1"/>
                </a:solidFill>
              </a:rPr>
              <a:t>Unified Wireless Foundation Model</a:t>
            </a:r>
            <a:endParaRPr lang="en-US" sz="2400" b="1" dirty="0">
              <a:solidFill>
                <a:schemeClr val="bg1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1" name="AutoShape 29">
            <a:extLst>
              <a:ext uri="{FF2B5EF4-FFF2-40B4-BE49-F238E27FC236}">
                <a16:creationId xmlns:a16="http://schemas.microsoft.com/office/drawing/2014/main" id="{0147902E-BE54-38EB-DF35-D74C7ECBA032}"/>
              </a:ext>
            </a:extLst>
          </p:cNvPr>
          <p:cNvSpPr/>
          <p:nvPr/>
        </p:nvSpPr>
        <p:spPr>
          <a:xfrm>
            <a:off x="3093628" y="3960274"/>
            <a:ext cx="683313" cy="184576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0">
            <a:extLst>
              <a:ext uri="{FF2B5EF4-FFF2-40B4-BE49-F238E27FC236}">
                <a16:creationId xmlns:a16="http://schemas.microsoft.com/office/drawing/2014/main" id="{B8021EDF-9AAA-7CB3-0F7E-C5D2B8AA6B18}"/>
              </a:ext>
            </a:extLst>
          </p:cNvPr>
          <p:cNvSpPr/>
          <p:nvPr/>
        </p:nvSpPr>
        <p:spPr>
          <a:xfrm>
            <a:off x="3975208" y="2795111"/>
            <a:ext cx="387145" cy="531434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1">
            <a:extLst>
              <a:ext uri="{FF2B5EF4-FFF2-40B4-BE49-F238E27FC236}">
                <a16:creationId xmlns:a16="http://schemas.microsoft.com/office/drawing/2014/main" id="{5BEB54DE-296D-D502-7A36-C64ADA92E3F7}"/>
              </a:ext>
            </a:extLst>
          </p:cNvPr>
          <p:cNvSpPr/>
          <p:nvPr/>
        </p:nvSpPr>
        <p:spPr>
          <a:xfrm flipH="1">
            <a:off x="5370180" y="2375661"/>
            <a:ext cx="0" cy="616596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2">
            <a:extLst>
              <a:ext uri="{FF2B5EF4-FFF2-40B4-BE49-F238E27FC236}">
                <a16:creationId xmlns:a16="http://schemas.microsoft.com/office/drawing/2014/main" id="{56537581-2A5F-E5EA-03D0-BADB04C6D667}"/>
              </a:ext>
            </a:extLst>
          </p:cNvPr>
          <p:cNvSpPr/>
          <p:nvPr/>
        </p:nvSpPr>
        <p:spPr>
          <a:xfrm flipH="1">
            <a:off x="6332362" y="2792040"/>
            <a:ext cx="431804" cy="540041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DF7B040-6677-0500-468B-4D959C34B70A}"/>
              </a:ext>
            </a:extLst>
          </p:cNvPr>
          <p:cNvSpPr/>
          <p:nvPr/>
        </p:nvSpPr>
        <p:spPr>
          <a:xfrm flipV="1">
            <a:off x="6977088" y="4052562"/>
            <a:ext cx="727644" cy="152225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4">
            <a:extLst>
              <a:ext uri="{FF2B5EF4-FFF2-40B4-BE49-F238E27FC236}">
                <a16:creationId xmlns:a16="http://schemas.microsoft.com/office/drawing/2014/main" id="{6F43A829-5230-B732-2329-32F3C211D862}"/>
              </a:ext>
            </a:extLst>
          </p:cNvPr>
          <p:cNvSpPr/>
          <p:nvPr/>
        </p:nvSpPr>
        <p:spPr>
          <a:xfrm>
            <a:off x="6975137" y="5186964"/>
            <a:ext cx="659111" cy="200173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3">
            <a:extLst>
              <a:ext uri="{FF2B5EF4-FFF2-40B4-BE49-F238E27FC236}">
                <a16:creationId xmlns:a16="http://schemas.microsoft.com/office/drawing/2014/main" id="{77EE2084-224A-BFFE-5488-E3008271BAC0}"/>
              </a:ext>
            </a:extLst>
          </p:cNvPr>
          <p:cNvSpPr txBox="1"/>
          <p:nvPr/>
        </p:nvSpPr>
        <p:spPr>
          <a:xfrm>
            <a:off x="1503613" y="5476783"/>
            <a:ext cx="129037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rPr>
              <a:t>Choose the right Platform</a:t>
            </a:r>
          </a:p>
        </p:txBody>
      </p:sp>
      <p:sp>
        <p:nvSpPr>
          <p:cNvPr id="48" name="TextBox 46">
            <a:extLst>
              <a:ext uri="{FF2B5EF4-FFF2-40B4-BE49-F238E27FC236}">
                <a16:creationId xmlns:a16="http://schemas.microsoft.com/office/drawing/2014/main" id="{637D7E8B-65E1-E945-B186-B35392A9D618}"/>
              </a:ext>
            </a:extLst>
          </p:cNvPr>
          <p:cNvSpPr txBox="1"/>
          <p:nvPr/>
        </p:nvSpPr>
        <p:spPr>
          <a:xfrm>
            <a:off x="4503753" y="1311822"/>
            <a:ext cx="1669626" cy="70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/>
              <a:t>Continual </a:t>
            </a:r>
          </a:p>
          <a:p>
            <a:pPr algn="ctr">
              <a:lnSpc>
                <a:spcPts val="1759"/>
              </a:lnSpc>
            </a:pPr>
            <a:r>
              <a:rPr lang="en-US" sz="2000" dirty="0"/>
              <a:t>on-device learning</a:t>
            </a:r>
            <a:endParaRPr lang="en-US" dirty="0">
              <a:solidFill>
                <a:srgbClr val="40404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" name="TextBox 47">
            <a:extLst>
              <a:ext uri="{FF2B5EF4-FFF2-40B4-BE49-F238E27FC236}">
                <a16:creationId xmlns:a16="http://schemas.microsoft.com/office/drawing/2014/main" id="{B66A35D6-36FA-F885-A21E-F6068F0D2DF3}"/>
              </a:ext>
            </a:extLst>
          </p:cNvPr>
          <p:cNvSpPr txBox="1"/>
          <p:nvPr/>
        </p:nvSpPr>
        <p:spPr>
          <a:xfrm>
            <a:off x="6753973" y="1773892"/>
            <a:ext cx="1192922" cy="70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>
                <a:solidFill>
                  <a:schemeClr val="bg1"/>
                </a:solidFill>
                <a:sym typeface="Public Sans"/>
              </a:rPr>
              <a:t>Parameter efficient finetuning</a:t>
            </a:r>
          </a:p>
        </p:txBody>
      </p:sp>
      <p:sp>
        <p:nvSpPr>
          <p:cNvPr id="50" name="TextBox 48">
            <a:extLst>
              <a:ext uri="{FF2B5EF4-FFF2-40B4-BE49-F238E27FC236}">
                <a16:creationId xmlns:a16="http://schemas.microsoft.com/office/drawing/2014/main" id="{C93F0494-F46A-E8EF-0DA3-20C7F1BE6B9B}"/>
              </a:ext>
            </a:extLst>
          </p:cNvPr>
          <p:cNvSpPr txBox="1"/>
          <p:nvPr/>
        </p:nvSpPr>
        <p:spPr>
          <a:xfrm>
            <a:off x="8024130" y="3481992"/>
            <a:ext cx="1192922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>
                <a:solidFill>
                  <a:srgbClr val="404040"/>
                </a:solidFill>
                <a:latin typeface="Public Sans"/>
                <a:ea typeface="Public Sans"/>
                <a:cs typeface="Public Sans"/>
                <a:sym typeface="Public Sans"/>
              </a:rPr>
              <a:t>Determine the ideal time to post</a:t>
            </a:r>
          </a:p>
        </p:txBody>
      </p:sp>
      <p:sp>
        <p:nvSpPr>
          <p:cNvPr id="51" name="TextBox 49">
            <a:extLst>
              <a:ext uri="{FF2B5EF4-FFF2-40B4-BE49-F238E27FC236}">
                <a16:creationId xmlns:a16="http://schemas.microsoft.com/office/drawing/2014/main" id="{DD31EEF3-9AC9-D459-3F7C-EBDDFF8CE29F}"/>
              </a:ext>
            </a:extLst>
          </p:cNvPr>
          <p:cNvSpPr txBox="1"/>
          <p:nvPr/>
        </p:nvSpPr>
        <p:spPr>
          <a:xfrm>
            <a:off x="8005080" y="5586321"/>
            <a:ext cx="1192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rPr>
              <a:t>Promote sharing</a:t>
            </a:r>
          </a:p>
        </p:txBody>
      </p:sp>
      <p:pic>
        <p:nvPicPr>
          <p:cNvPr id="3074" name="Picture 2" descr="Machine learning - Free electronics icons">
            <a:extLst>
              <a:ext uri="{FF2B5EF4-FFF2-40B4-BE49-F238E27FC236}">
                <a16:creationId xmlns:a16="http://schemas.microsoft.com/office/drawing/2014/main" id="{EC614BFE-1E22-93B9-9CE0-999BB2AA0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525" y="5952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6">
            <a:extLst>
              <a:ext uri="{FF2B5EF4-FFF2-40B4-BE49-F238E27FC236}">
                <a16:creationId xmlns:a16="http://schemas.microsoft.com/office/drawing/2014/main" id="{1084D3B2-EB20-32B6-959D-28DBF31EA889}"/>
              </a:ext>
            </a:extLst>
          </p:cNvPr>
          <p:cNvSpPr txBox="1"/>
          <p:nvPr/>
        </p:nvSpPr>
        <p:spPr>
          <a:xfrm>
            <a:off x="2535392" y="1884986"/>
            <a:ext cx="1669626" cy="70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>
                <a:solidFill>
                  <a:schemeClr val="bg1"/>
                </a:solidFill>
              </a:rPr>
              <a:t>Smaller distilled models </a:t>
            </a:r>
            <a:endParaRPr lang="en-US" sz="2000" dirty="0">
              <a:solidFill>
                <a:schemeClr val="bg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026" name="Picture 2" descr="Distillation - Free education icons">
            <a:extLst>
              <a:ext uri="{FF2B5EF4-FFF2-40B4-BE49-F238E27FC236}">
                <a16:creationId xmlns:a16="http://schemas.microsoft.com/office/drawing/2014/main" id="{E1FD7BDE-D685-2B81-7F90-575BA9BED6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86" y="120715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wnload Free Fine tuning Icons in PNG &amp; SVG">
            <a:extLst>
              <a:ext uri="{FF2B5EF4-FFF2-40B4-BE49-F238E27FC236}">
                <a16:creationId xmlns:a16="http://schemas.microsoft.com/office/drawing/2014/main" id="{23E334ED-762B-679A-0990-C10EB6742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497" y="117586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46">
            <a:extLst>
              <a:ext uri="{FF2B5EF4-FFF2-40B4-BE49-F238E27FC236}">
                <a16:creationId xmlns:a16="http://schemas.microsoft.com/office/drawing/2014/main" id="{6AF53533-3661-4DCE-1D6B-796CABB7FB32}"/>
              </a:ext>
            </a:extLst>
          </p:cNvPr>
          <p:cNvSpPr txBox="1"/>
          <p:nvPr/>
        </p:nvSpPr>
        <p:spPr>
          <a:xfrm>
            <a:off x="1322074" y="3495386"/>
            <a:ext cx="1669626" cy="949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400" dirty="0"/>
              <a:t>Robustness under extreme SNRs</a:t>
            </a:r>
            <a:endParaRPr lang="en-US" sz="2000" dirty="0">
              <a:solidFill>
                <a:srgbClr val="40404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39" name="Picture 8" descr="Robustness Generic color outline icon | Freepik">
            <a:extLst>
              <a:ext uri="{FF2B5EF4-FFF2-40B4-BE49-F238E27FC236}">
                <a16:creationId xmlns:a16="http://schemas.microsoft.com/office/drawing/2014/main" id="{78FB7310-271C-D91B-A512-81732BB10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199" y="273747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54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CEAFBC2-DA55-0807-DCA1-CA15D66571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86" t="40298" b="21172"/>
          <a:stretch>
            <a:fillRect/>
          </a:stretch>
        </p:blipFill>
        <p:spPr bwMode="auto">
          <a:xfrm>
            <a:off x="2618210" y="2877607"/>
            <a:ext cx="1296085" cy="60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uture Research Directions | Download Scientific Diagram">
            <a:extLst>
              <a:ext uri="{FF2B5EF4-FFF2-40B4-BE49-F238E27FC236}">
                <a16:creationId xmlns:a16="http://schemas.microsoft.com/office/drawing/2014/main" id="{6151A198-314D-E3F7-2198-D251F1D40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062" y="1980583"/>
            <a:ext cx="2895600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866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965563A-C5DD-03D3-3040-4D08D6AF0001}"/>
              </a:ext>
            </a:extLst>
          </p:cNvPr>
          <p:cNvGrpSpPr/>
          <p:nvPr/>
        </p:nvGrpSpPr>
        <p:grpSpPr>
          <a:xfrm>
            <a:off x="4197657" y="165387"/>
            <a:ext cx="2345046" cy="2210273"/>
            <a:chOff x="0" y="0"/>
            <a:chExt cx="812800" cy="766087"/>
          </a:xfrm>
          <a:solidFill>
            <a:schemeClr val="bg1">
              <a:lumMod val="85000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2B98003-9B29-5D8B-F246-4B44A94732AF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210F57-6A27-47F6-6E58-D3619D2DB2C9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3A3D654-98A8-0508-8FF0-356105C64322}"/>
              </a:ext>
            </a:extLst>
          </p:cNvPr>
          <p:cNvGrpSpPr/>
          <p:nvPr/>
        </p:nvGrpSpPr>
        <p:grpSpPr>
          <a:xfrm rot="-2176570">
            <a:off x="2147624" y="867366"/>
            <a:ext cx="2345046" cy="2210273"/>
            <a:chOff x="0" y="0"/>
            <a:chExt cx="812800" cy="76608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FA83D47-477F-8A3E-430D-22027A9EDA6A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32161D4-1511-28A2-1247-CC3C36D1A649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B6739C-EF33-BA4D-ECAE-4DEB4DF7AD5B}"/>
              </a:ext>
            </a:extLst>
          </p:cNvPr>
          <p:cNvGrpSpPr/>
          <p:nvPr/>
        </p:nvGrpSpPr>
        <p:grpSpPr>
          <a:xfrm rot="2187752">
            <a:off x="6248422" y="798102"/>
            <a:ext cx="2345046" cy="2210273"/>
            <a:chOff x="0" y="0"/>
            <a:chExt cx="812800" cy="766087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B30E52C-4AA8-318A-8D00-3C778F2D3FCF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49991A-45F3-F2CE-C65B-4DEC633A5141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  <a:ln>
              <a:noFill/>
            </a:ln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631DE4-C996-C7C1-1287-A87AD9FA082C}"/>
              </a:ext>
            </a:extLst>
          </p:cNvPr>
          <p:cNvGrpSpPr/>
          <p:nvPr/>
        </p:nvGrpSpPr>
        <p:grpSpPr>
          <a:xfrm>
            <a:off x="955661" y="2414456"/>
            <a:ext cx="2345046" cy="2210273"/>
            <a:chOff x="0" y="0"/>
            <a:chExt cx="812800" cy="766087"/>
          </a:xfrm>
          <a:solidFill>
            <a:schemeClr val="bg2">
              <a:lumMod val="75000"/>
            </a:schemeClr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42A8709-6406-8A21-8509-77DA36A5CEFB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EE6BBF-01EA-6671-FD3D-01354362A36E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5E4FCE-5FE4-2F38-9278-43B23AE17B89}"/>
              </a:ext>
            </a:extLst>
          </p:cNvPr>
          <p:cNvGrpSpPr/>
          <p:nvPr/>
        </p:nvGrpSpPr>
        <p:grpSpPr>
          <a:xfrm>
            <a:off x="7448068" y="2414456"/>
            <a:ext cx="2345046" cy="2210273"/>
            <a:chOff x="0" y="0"/>
            <a:chExt cx="812800" cy="766087"/>
          </a:xfrm>
          <a:solidFill>
            <a:schemeClr val="bg1">
              <a:lumMod val="85000"/>
            </a:schemeClr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D9959ED-4DF4-F69E-A2D7-557064081DED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44BC4CA-0F74-86EF-917B-BD405D7D1D99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A82D02-BF5F-C33E-5ED1-E3EDEB834660}"/>
              </a:ext>
            </a:extLst>
          </p:cNvPr>
          <p:cNvGrpSpPr/>
          <p:nvPr/>
        </p:nvGrpSpPr>
        <p:grpSpPr>
          <a:xfrm rot="-10800000">
            <a:off x="976277" y="4700894"/>
            <a:ext cx="2345046" cy="2210273"/>
            <a:chOff x="0" y="0"/>
            <a:chExt cx="812800" cy="766087"/>
          </a:xfrm>
          <a:solidFill>
            <a:schemeClr val="bg2">
              <a:lumMod val="25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D7A0F49-CCB6-1E87-946C-35EACA9F9D83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20B697-0032-7AE9-0632-00D5ED29EE22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A23BB5-E155-3678-0F8E-0E0B910DCFCD}"/>
              </a:ext>
            </a:extLst>
          </p:cNvPr>
          <p:cNvGrpSpPr/>
          <p:nvPr/>
        </p:nvGrpSpPr>
        <p:grpSpPr>
          <a:xfrm rot="-10800000">
            <a:off x="7429018" y="4700894"/>
            <a:ext cx="2345046" cy="2210273"/>
            <a:chOff x="0" y="0"/>
            <a:chExt cx="812800" cy="766087"/>
          </a:xfrm>
          <a:solidFill>
            <a:schemeClr val="bg2">
              <a:lumMod val="25000"/>
            </a:schemeClr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A796F2C-A767-7BAE-8305-63FC1E4BFD01}"/>
                </a:ext>
              </a:extLst>
            </p:cNvPr>
            <p:cNvSpPr/>
            <p:nvPr/>
          </p:nvSpPr>
          <p:spPr>
            <a:xfrm>
              <a:off x="8322" y="15537"/>
              <a:ext cx="796157" cy="750551"/>
            </a:xfrm>
            <a:custGeom>
              <a:avLst/>
              <a:gdLst/>
              <a:ahLst/>
              <a:cxnLst/>
              <a:rect l="l" t="t" r="r" b="b"/>
              <a:pathLst>
                <a:path w="796157" h="750551">
                  <a:moveTo>
                    <a:pt x="451661" y="23044"/>
                  </a:moveTo>
                  <a:lnTo>
                    <a:pt x="750895" y="238501"/>
                  </a:lnTo>
                  <a:cubicBezTo>
                    <a:pt x="782801" y="261474"/>
                    <a:pt x="796156" y="302464"/>
                    <a:pt x="783908" y="339824"/>
                  </a:cubicBezTo>
                  <a:lnTo>
                    <a:pt x="669818" y="687809"/>
                  </a:lnTo>
                  <a:cubicBezTo>
                    <a:pt x="657545" y="725240"/>
                    <a:pt x="622612" y="750550"/>
                    <a:pt x="583219" y="750550"/>
                  </a:cubicBezTo>
                  <a:lnTo>
                    <a:pt x="212937" y="750550"/>
                  </a:lnTo>
                  <a:cubicBezTo>
                    <a:pt x="173544" y="750550"/>
                    <a:pt x="138611" y="725240"/>
                    <a:pt x="126338" y="687809"/>
                  </a:cubicBezTo>
                  <a:lnTo>
                    <a:pt x="12248" y="339824"/>
                  </a:lnTo>
                  <a:cubicBezTo>
                    <a:pt x="0" y="302464"/>
                    <a:pt x="13355" y="261474"/>
                    <a:pt x="45261" y="238501"/>
                  </a:cubicBezTo>
                  <a:lnTo>
                    <a:pt x="344495" y="23044"/>
                  </a:lnTo>
                  <a:cubicBezTo>
                    <a:pt x="376500" y="0"/>
                    <a:pt x="419656" y="0"/>
                    <a:pt x="451661" y="23044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4B5449B-BE10-7B24-CDD7-A6E58265E623}"/>
                </a:ext>
              </a:extLst>
            </p:cNvPr>
            <p:cNvSpPr txBox="1"/>
            <p:nvPr/>
          </p:nvSpPr>
          <p:spPr>
            <a:xfrm>
              <a:off x="127000" y="162947"/>
              <a:ext cx="558800" cy="555260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6BEF6C-B7E7-CBAF-29F8-D0E6A978CA4E}"/>
              </a:ext>
            </a:extLst>
          </p:cNvPr>
          <p:cNvGrpSpPr/>
          <p:nvPr/>
        </p:nvGrpSpPr>
        <p:grpSpPr>
          <a:xfrm>
            <a:off x="3884526" y="3160009"/>
            <a:ext cx="3017520" cy="3017520"/>
            <a:chOff x="0" y="0"/>
            <a:chExt cx="812800" cy="812800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D61D879F-87DA-7496-CC14-0B532AB53F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EC3DE90-FB89-D9D4-6BB4-F2F87962929E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8" name="AutoShape 27">
            <a:extLst>
              <a:ext uri="{FF2B5EF4-FFF2-40B4-BE49-F238E27FC236}">
                <a16:creationId xmlns:a16="http://schemas.microsoft.com/office/drawing/2014/main" id="{EE036C85-14C6-D2FD-A643-97737877CD40}"/>
              </a:ext>
            </a:extLst>
          </p:cNvPr>
          <p:cNvSpPr/>
          <p:nvPr/>
        </p:nvSpPr>
        <p:spPr>
          <a:xfrm flipV="1">
            <a:off x="3096093" y="5196164"/>
            <a:ext cx="678383" cy="181772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92AA9F-BBC6-EC2B-9C1A-C7A76B4406EF}"/>
              </a:ext>
            </a:extLst>
          </p:cNvPr>
          <p:cNvSpPr txBox="1"/>
          <p:nvPr/>
        </p:nvSpPr>
        <p:spPr>
          <a:xfrm>
            <a:off x="4199212" y="4207531"/>
            <a:ext cx="2351915" cy="1201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2800" dirty="0">
                <a:solidFill>
                  <a:schemeClr val="bg1"/>
                </a:solidFill>
              </a:rPr>
              <a:t>Unified Wireless Foundation Model</a:t>
            </a:r>
            <a:endParaRPr lang="en-US" sz="2400" b="1" dirty="0">
              <a:solidFill>
                <a:schemeClr val="bg1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9ABD1429-CA00-C6F1-5090-9339CF45B99D}"/>
              </a:ext>
            </a:extLst>
          </p:cNvPr>
          <p:cNvSpPr/>
          <p:nvPr/>
        </p:nvSpPr>
        <p:spPr>
          <a:xfrm>
            <a:off x="3093628" y="3960274"/>
            <a:ext cx="683313" cy="184576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09DB990B-D0BC-7AB9-33B7-869545616038}"/>
              </a:ext>
            </a:extLst>
          </p:cNvPr>
          <p:cNvSpPr/>
          <p:nvPr/>
        </p:nvSpPr>
        <p:spPr>
          <a:xfrm>
            <a:off x="3975208" y="2795111"/>
            <a:ext cx="387145" cy="531434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FBB3180F-7564-C731-879C-9B43EE6C5446}"/>
              </a:ext>
            </a:extLst>
          </p:cNvPr>
          <p:cNvSpPr/>
          <p:nvPr/>
        </p:nvSpPr>
        <p:spPr>
          <a:xfrm flipH="1">
            <a:off x="5370180" y="2375661"/>
            <a:ext cx="0" cy="616596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2">
            <a:extLst>
              <a:ext uri="{FF2B5EF4-FFF2-40B4-BE49-F238E27FC236}">
                <a16:creationId xmlns:a16="http://schemas.microsoft.com/office/drawing/2014/main" id="{B0E7728E-5955-339F-26F8-3C0192C7E8D3}"/>
              </a:ext>
            </a:extLst>
          </p:cNvPr>
          <p:cNvSpPr/>
          <p:nvPr/>
        </p:nvSpPr>
        <p:spPr>
          <a:xfrm flipH="1">
            <a:off x="6332362" y="2792040"/>
            <a:ext cx="431804" cy="540041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3">
            <a:extLst>
              <a:ext uri="{FF2B5EF4-FFF2-40B4-BE49-F238E27FC236}">
                <a16:creationId xmlns:a16="http://schemas.microsoft.com/office/drawing/2014/main" id="{A7E9F257-05DE-729B-57CE-9A2B7EA94E1A}"/>
              </a:ext>
            </a:extLst>
          </p:cNvPr>
          <p:cNvSpPr/>
          <p:nvPr/>
        </p:nvSpPr>
        <p:spPr>
          <a:xfrm flipV="1">
            <a:off x="6977088" y="4052562"/>
            <a:ext cx="727644" cy="152225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E1933C23-4CDC-037E-545F-51A38987F797}"/>
              </a:ext>
            </a:extLst>
          </p:cNvPr>
          <p:cNvSpPr/>
          <p:nvPr/>
        </p:nvSpPr>
        <p:spPr>
          <a:xfrm>
            <a:off x="6975137" y="5186964"/>
            <a:ext cx="659111" cy="200173"/>
          </a:xfrm>
          <a:prstGeom prst="line">
            <a:avLst/>
          </a:prstGeom>
          <a:ln w="19050" cap="rnd">
            <a:solidFill>
              <a:srgbClr val="40404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43">
            <a:extLst>
              <a:ext uri="{FF2B5EF4-FFF2-40B4-BE49-F238E27FC236}">
                <a16:creationId xmlns:a16="http://schemas.microsoft.com/office/drawing/2014/main" id="{A90365CD-9DEB-8A10-0A94-52F34C8B9802}"/>
              </a:ext>
            </a:extLst>
          </p:cNvPr>
          <p:cNvSpPr txBox="1"/>
          <p:nvPr/>
        </p:nvSpPr>
        <p:spPr>
          <a:xfrm>
            <a:off x="1503613" y="5476783"/>
            <a:ext cx="129037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rPr>
              <a:t>Choose the right Platform</a:t>
            </a:r>
          </a:p>
        </p:txBody>
      </p:sp>
      <p:sp>
        <p:nvSpPr>
          <p:cNvPr id="37" name="TextBox 46">
            <a:extLst>
              <a:ext uri="{FF2B5EF4-FFF2-40B4-BE49-F238E27FC236}">
                <a16:creationId xmlns:a16="http://schemas.microsoft.com/office/drawing/2014/main" id="{1435A4EB-CB80-9629-0C46-AC13791DCF84}"/>
              </a:ext>
            </a:extLst>
          </p:cNvPr>
          <p:cNvSpPr txBox="1"/>
          <p:nvPr/>
        </p:nvSpPr>
        <p:spPr>
          <a:xfrm>
            <a:off x="4503753" y="1311822"/>
            <a:ext cx="1669626" cy="70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/>
              <a:t>Continual </a:t>
            </a:r>
          </a:p>
          <a:p>
            <a:pPr algn="ctr">
              <a:lnSpc>
                <a:spcPts val="1759"/>
              </a:lnSpc>
            </a:pPr>
            <a:r>
              <a:rPr lang="en-US" sz="2000" dirty="0"/>
              <a:t>on-device learning</a:t>
            </a:r>
            <a:endParaRPr lang="en-US" dirty="0">
              <a:solidFill>
                <a:srgbClr val="40404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8" name="TextBox 47">
            <a:extLst>
              <a:ext uri="{FF2B5EF4-FFF2-40B4-BE49-F238E27FC236}">
                <a16:creationId xmlns:a16="http://schemas.microsoft.com/office/drawing/2014/main" id="{80DCF5CB-6051-D604-8EEE-C449E02A5060}"/>
              </a:ext>
            </a:extLst>
          </p:cNvPr>
          <p:cNvSpPr txBox="1"/>
          <p:nvPr/>
        </p:nvSpPr>
        <p:spPr>
          <a:xfrm>
            <a:off x="6753973" y="1773892"/>
            <a:ext cx="1192922" cy="705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>
                <a:solidFill>
                  <a:schemeClr val="bg1"/>
                </a:solidFill>
                <a:sym typeface="Public Sans"/>
              </a:rPr>
              <a:t>Parameter efficient finetuning</a:t>
            </a:r>
          </a:p>
        </p:txBody>
      </p:sp>
      <p:sp>
        <p:nvSpPr>
          <p:cNvPr id="39" name="TextBox 48">
            <a:extLst>
              <a:ext uri="{FF2B5EF4-FFF2-40B4-BE49-F238E27FC236}">
                <a16:creationId xmlns:a16="http://schemas.microsoft.com/office/drawing/2014/main" id="{79734B49-CDCE-8081-8AD0-7380C75DD94A}"/>
              </a:ext>
            </a:extLst>
          </p:cNvPr>
          <p:cNvSpPr txBox="1"/>
          <p:nvPr/>
        </p:nvSpPr>
        <p:spPr>
          <a:xfrm>
            <a:off x="8024130" y="3481992"/>
            <a:ext cx="1192922" cy="668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>
                <a:solidFill>
                  <a:srgbClr val="404040"/>
                </a:solidFill>
                <a:latin typeface="Public Sans"/>
                <a:ea typeface="Public Sans"/>
                <a:cs typeface="Public Sans"/>
                <a:sym typeface="Public Sans"/>
              </a:rPr>
              <a:t>Determine the ideal time to post</a:t>
            </a:r>
          </a:p>
        </p:txBody>
      </p:sp>
      <p:sp>
        <p:nvSpPr>
          <p:cNvPr id="40" name="TextBox 49">
            <a:extLst>
              <a:ext uri="{FF2B5EF4-FFF2-40B4-BE49-F238E27FC236}">
                <a16:creationId xmlns:a16="http://schemas.microsoft.com/office/drawing/2014/main" id="{615E37EF-0404-D349-C0DE-BEA8D989738F}"/>
              </a:ext>
            </a:extLst>
          </p:cNvPr>
          <p:cNvSpPr txBox="1"/>
          <p:nvPr/>
        </p:nvSpPr>
        <p:spPr>
          <a:xfrm>
            <a:off x="8005080" y="5586321"/>
            <a:ext cx="119292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1599" dirty="0">
                <a:solidFill>
                  <a:schemeClr val="bg1"/>
                </a:solidFill>
                <a:latin typeface="Public Sans"/>
                <a:ea typeface="Public Sans"/>
                <a:cs typeface="Public Sans"/>
                <a:sym typeface="Public Sans"/>
              </a:rPr>
              <a:t>Promote sharing</a:t>
            </a:r>
          </a:p>
        </p:txBody>
      </p:sp>
      <p:pic>
        <p:nvPicPr>
          <p:cNvPr id="41" name="Picture 2" descr="Machine learning - Free electronics icons">
            <a:extLst>
              <a:ext uri="{FF2B5EF4-FFF2-40B4-BE49-F238E27FC236}">
                <a16:creationId xmlns:a16="http://schemas.microsoft.com/office/drawing/2014/main" id="{E826F317-8626-80F7-3CFB-B4E76538F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525" y="59527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6">
            <a:extLst>
              <a:ext uri="{FF2B5EF4-FFF2-40B4-BE49-F238E27FC236}">
                <a16:creationId xmlns:a16="http://schemas.microsoft.com/office/drawing/2014/main" id="{2C95B19E-A188-844F-E268-C9C4275B5D91}"/>
              </a:ext>
            </a:extLst>
          </p:cNvPr>
          <p:cNvSpPr txBox="1"/>
          <p:nvPr/>
        </p:nvSpPr>
        <p:spPr>
          <a:xfrm>
            <a:off x="2535392" y="1884986"/>
            <a:ext cx="1669626" cy="70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>
                <a:solidFill>
                  <a:schemeClr val="bg1"/>
                </a:solidFill>
              </a:rPr>
              <a:t>Smaller distilled models </a:t>
            </a:r>
            <a:endParaRPr lang="en-US" sz="2000" dirty="0">
              <a:solidFill>
                <a:schemeClr val="bg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43" name="Picture 2" descr="Distillation - Free education icons">
            <a:extLst>
              <a:ext uri="{FF2B5EF4-FFF2-40B4-BE49-F238E27FC236}">
                <a16:creationId xmlns:a16="http://schemas.microsoft.com/office/drawing/2014/main" id="{358DA5EC-C61B-F8E6-8A6C-8DF9AB15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186" y="120715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6" descr="Download Free Fine tuning Icons in PNG &amp; SVG">
            <a:extLst>
              <a:ext uri="{FF2B5EF4-FFF2-40B4-BE49-F238E27FC236}">
                <a16:creationId xmlns:a16="http://schemas.microsoft.com/office/drawing/2014/main" id="{F7D6C535-FA3A-D406-D6D8-B9C547518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497" y="117586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6">
            <a:extLst>
              <a:ext uri="{FF2B5EF4-FFF2-40B4-BE49-F238E27FC236}">
                <a16:creationId xmlns:a16="http://schemas.microsoft.com/office/drawing/2014/main" id="{A9761162-5F0D-F824-335D-E131CFD5B840}"/>
              </a:ext>
            </a:extLst>
          </p:cNvPr>
          <p:cNvSpPr txBox="1"/>
          <p:nvPr/>
        </p:nvSpPr>
        <p:spPr>
          <a:xfrm>
            <a:off x="1322074" y="3499722"/>
            <a:ext cx="1669626" cy="70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59"/>
              </a:lnSpc>
            </a:pPr>
            <a:r>
              <a:rPr lang="en-US" sz="2000" dirty="0"/>
              <a:t>Robustness under extreme SNRs</a:t>
            </a:r>
            <a:endParaRPr lang="en-US" dirty="0">
              <a:solidFill>
                <a:srgbClr val="40404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46" name="Picture 8" descr="Robustness Generic color outline icon | Freepik">
            <a:extLst>
              <a:ext uri="{FF2B5EF4-FFF2-40B4-BE49-F238E27FC236}">
                <a16:creationId xmlns:a16="http://schemas.microsoft.com/office/drawing/2014/main" id="{DECDDA32-8A5C-E6C8-C105-C18303833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GlowEdges/>
                    </a14:imgEffect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223" y="283222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0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7A4EC473-9D28-40A3-98AF-287420E321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1448544" y="-1800924"/>
            <a:ext cx="4552358" cy="24888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5460B8-02FF-4E5D-8618-A5704FFD91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8222305" y="99116"/>
            <a:ext cx="4295776" cy="23485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A00E02-BA68-4A21-8989-F6A33DF2DA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5158033" y="1806221"/>
            <a:ext cx="4205286" cy="22991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6EBB3D-F73C-4227-ADDB-F797F8991F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2469984" y="3303892"/>
            <a:ext cx="4124960" cy="22552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B5854C-ADC7-4242-8108-2AA185E05B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205583" y="4789643"/>
            <a:ext cx="4055454" cy="22172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B06C25-6209-4B2A-81E0-4F7BE62DD2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8536062" y="-888593"/>
            <a:ext cx="4295776" cy="23485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5F21BB-DBA3-4E6F-8CD5-64303F9C3F1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5471790" y="818512"/>
            <a:ext cx="4205286" cy="2299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62805E-A7AB-44D0-9339-5E55923169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2783742" y="2316185"/>
            <a:ext cx="4124960" cy="2255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160400-01CD-4983-BDC5-B8C56E92E6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08061" y="3810093"/>
            <a:ext cx="4040141" cy="22088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8AF493C-9792-42C8-B41E-0D672373A131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9320">
            <a:off x="8136989" y="1053324"/>
            <a:ext cx="2724149" cy="155665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9B7FAB9-68A7-40A3-B335-D4638A0B7E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1" t="23343" r="32681" b="25479"/>
          <a:stretch/>
        </p:blipFill>
        <p:spPr>
          <a:xfrm>
            <a:off x="9280872" y="965774"/>
            <a:ext cx="2944792" cy="23870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20F1A34-4C3E-44C7-9A81-16DB174DB3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465" y="636172"/>
            <a:ext cx="3009628" cy="171978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B8F016B-3407-4DB7-8BC4-E24D8F35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1956178" y="5764453"/>
            <a:ext cx="4011234" cy="21930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B2C4B89-E5CD-4A6B-9383-AC4240B37E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2507724" y="5297114"/>
            <a:ext cx="3916832" cy="214141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A559634-3310-4520-B30F-1E50117032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636" y="2340253"/>
            <a:ext cx="2887231" cy="164984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5DFA514-1913-49F4-89CF-6463A9D6BE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23550" r="32270" b="30456"/>
          <a:stretch/>
        </p:blipFill>
        <p:spPr>
          <a:xfrm>
            <a:off x="11106150" y="231775"/>
            <a:ext cx="1009650" cy="75882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8D78E6-DD12-4FC5-AD43-3641FF9DAF3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346">
            <a:off x="1080048" y="4882808"/>
            <a:ext cx="2724149" cy="155665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4E94BE9-D0BB-4EF2-A9A7-8A8415823E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797" y="4866991"/>
            <a:ext cx="2887231" cy="16498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60B6D6-C3C4-4765-B0F9-93C568D797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164" y="1075565"/>
            <a:ext cx="2887231" cy="164984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4B1EBD-694C-42D0-BDCF-36FD4CB9F7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33" y="3197037"/>
            <a:ext cx="2887230" cy="1649846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1F35619-6394-4449-9B38-034ACA343151}"/>
              </a:ext>
            </a:extLst>
          </p:cNvPr>
          <p:cNvGrpSpPr/>
          <p:nvPr/>
        </p:nvGrpSpPr>
        <p:grpSpPr>
          <a:xfrm>
            <a:off x="-2111829" y="-442270"/>
            <a:ext cx="6475292" cy="3596289"/>
            <a:chOff x="-7540937" y="-1663559"/>
            <a:chExt cx="6475292" cy="3596289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975A470-F4BD-4994-847A-F6E8CFCD0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8281" y="-1047136"/>
              <a:ext cx="5214765" cy="297986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2BD0AEA-922F-4D31-AFBA-0F4553993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80410" y="-1447198"/>
              <a:ext cx="5214765" cy="2979866"/>
            </a:xfrm>
            <a:prstGeom prst="rect">
              <a:avLst/>
            </a:prstGeom>
          </p:spPr>
        </p:pic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861FF7D-439C-4B63-B5BF-8B8ACEA90FB0}"/>
                </a:ext>
              </a:extLst>
            </p:cNvPr>
            <p:cNvGrpSpPr/>
            <p:nvPr/>
          </p:nvGrpSpPr>
          <p:grpSpPr>
            <a:xfrm>
              <a:off x="-7540937" y="-1663559"/>
              <a:ext cx="5671570" cy="3327117"/>
              <a:chOff x="-2051725" y="-676764"/>
              <a:chExt cx="5671570" cy="3327117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B07B4F68-4E32-427E-BC98-F8A2E0BA6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594920" y="-676764"/>
                <a:ext cx="5214765" cy="2979866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E0D82A7B-85DE-45A1-BBFB-D4836D0A8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51725" y="-329513"/>
                <a:ext cx="5214765" cy="2979866"/>
              </a:xfrm>
              <a:prstGeom prst="rect">
                <a:avLst/>
              </a:prstGeom>
            </p:spPr>
          </p:pic>
        </p:grp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C543945-7829-4E8B-9193-B068DA86AE05}"/>
              </a:ext>
            </a:extLst>
          </p:cNvPr>
          <p:cNvCxnSpPr/>
          <p:nvPr/>
        </p:nvCxnSpPr>
        <p:spPr>
          <a:xfrm flipH="1">
            <a:off x="2084698" y="1104368"/>
            <a:ext cx="9021452" cy="4486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54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rc 101">
            <a:extLst>
              <a:ext uri="{FF2B5EF4-FFF2-40B4-BE49-F238E27FC236}">
                <a16:creationId xmlns:a16="http://schemas.microsoft.com/office/drawing/2014/main" id="{6D2401D2-C3FB-4D42-86B6-6775A61CD546}"/>
              </a:ext>
            </a:extLst>
          </p:cNvPr>
          <p:cNvSpPr/>
          <p:nvPr/>
        </p:nvSpPr>
        <p:spPr>
          <a:xfrm rot="14135727">
            <a:off x="3935734" y="-606775"/>
            <a:ext cx="2632841" cy="7784081"/>
          </a:xfrm>
          <a:prstGeom prst="arc">
            <a:avLst>
              <a:gd name="adj1" fmla="val 18271466"/>
              <a:gd name="adj2" fmla="val 4669822"/>
            </a:avLst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BF699CA-9B2E-42AF-A012-F5733A090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08586">
            <a:off x="11110111" y="-2284455"/>
            <a:ext cx="4238937" cy="23557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5460B8-02FF-4E5D-8618-A5704FFD91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8222305" y="99116"/>
            <a:ext cx="4295776" cy="23485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A00E02-BA68-4A21-8989-F6A33DF2DA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5158033" y="1806221"/>
            <a:ext cx="4205286" cy="22991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6EBB3D-F73C-4227-ADDB-F797F8991F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2469984" y="3303892"/>
            <a:ext cx="4124960" cy="22552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B5854C-ADC7-4242-8108-2AA185E05B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205583" y="4789643"/>
            <a:ext cx="4055454" cy="22172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B06C25-6209-4B2A-81E0-4F7BE62DD2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8536062" y="-888593"/>
            <a:ext cx="4295776" cy="23485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5F21BB-DBA3-4E6F-8CD5-64303F9C3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5471790" y="818512"/>
            <a:ext cx="4205286" cy="2299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62805E-A7AB-44D0-9339-5E55923169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2783742" y="2316185"/>
            <a:ext cx="4124960" cy="2255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160400-01CD-4983-BDC5-B8C56E92E6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08061" y="3810093"/>
            <a:ext cx="4040141" cy="22088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DDD63B5-F23E-47EB-9A1D-830F293FAB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907" y="1025846"/>
            <a:ext cx="2877023" cy="164401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9B7FAB9-68A7-40A3-B335-D4638A0B7E6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1" t="23343" r="32681" b="25479"/>
          <a:stretch/>
        </p:blipFill>
        <p:spPr>
          <a:xfrm>
            <a:off x="9318265" y="1125069"/>
            <a:ext cx="2944792" cy="23870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20F1A34-4C3E-44C7-9A81-16DB174DB3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858" y="795467"/>
            <a:ext cx="3009628" cy="171978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B8F016B-3407-4DB7-8BC4-E24D8F35C8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1956178" y="5764453"/>
            <a:ext cx="4011234" cy="21930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B2C4B89-E5CD-4A6B-9383-AC4240B37E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2507724" y="5297114"/>
            <a:ext cx="3916832" cy="214141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A559634-3310-4520-B30F-1E50117032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636" y="2340253"/>
            <a:ext cx="2887231" cy="16498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8D78E6-DD12-4FC5-AD43-3641FF9DAF3B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346">
            <a:off x="1080048" y="4882808"/>
            <a:ext cx="2724149" cy="155665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4E94BE9-D0BB-4EF2-A9A7-8A8415823E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2797" y="4866991"/>
            <a:ext cx="2887231" cy="16498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60B6D6-C3C4-4765-B0F9-93C568D797F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8768" r="34802" b="27932"/>
          <a:stretch/>
        </p:blipFill>
        <p:spPr>
          <a:xfrm>
            <a:off x="7398016" y="1550193"/>
            <a:ext cx="991565" cy="71437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4B1EBD-694C-42D0-BDCF-36FD4CB9F7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33" y="3197037"/>
            <a:ext cx="2887230" cy="1649846"/>
          </a:xfrm>
          <a:prstGeom prst="rect">
            <a:avLst/>
          </a:prstGeom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01F35619-6394-4449-9B38-034ACA343151}"/>
              </a:ext>
            </a:extLst>
          </p:cNvPr>
          <p:cNvGrpSpPr/>
          <p:nvPr/>
        </p:nvGrpSpPr>
        <p:grpSpPr>
          <a:xfrm>
            <a:off x="-2180008" y="1943951"/>
            <a:ext cx="6475292" cy="3596289"/>
            <a:chOff x="-7540937" y="-1663559"/>
            <a:chExt cx="6475292" cy="3596289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975A470-F4BD-4994-847A-F6E8CFCD0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8281" y="-1047136"/>
              <a:ext cx="5214765" cy="297986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2BD0AEA-922F-4D31-AFBA-0F4553993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80410" y="-1447198"/>
              <a:ext cx="5214765" cy="2979866"/>
            </a:xfrm>
            <a:prstGeom prst="rect">
              <a:avLst/>
            </a:prstGeom>
          </p:spPr>
        </p:pic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3861FF7D-439C-4B63-B5BF-8B8ACEA90FB0}"/>
                </a:ext>
              </a:extLst>
            </p:cNvPr>
            <p:cNvGrpSpPr/>
            <p:nvPr/>
          </p:nvGrpSpPr>
          <p:grpSpPr>
            <a:xfrm>
              <a:off x="-7540937" y="-1663559"/>
              <a:ext cx="5671570" cy="3327117"/>
              <a:chOff x="-2051725" y="-676764"/>
              <a:chExt cx="5671570" cy="3327117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B07B4F68-4E32-427E-BC98-F8A2E0BA6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594920" y="-676764"/>
                <a:ext cx="5214765" cy="2979866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E0D82A7B-85DE-45A1-BBFB-D4836D0A8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51725" y="-329513"/>
                <a:ext cx="5214765" cy="2979866"/>
              </a:xfrm>
              <a:prstGeom prst="rect">
                <a:avLst/>
              </a:prstGeom>
            </p:spPr>
          </p:pic>
        </p:grp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8AA9008D-E6CA-4041-B224-376D40A984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1309301" y="-1522015"/>
            <a:ext cx="4238937" cy="23175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5DFA514-1913-49F4-89CF-6463A9D6BE35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23550" r="32270" b="30456"/>
          <a:stretch/>
        </p:blipFill>
        <p:spPr>
          <a:xfrm>
            <a:off x="11134592" y="251802"/>
            <a:ext cx="1009650" cy="758825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6BA165F6-F09F-40B6-872A-23F5F7CA527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4" t="18137" r="26167" b="22189"/>
          <a:stretch/>
        </p:blipFill>
        <p:spPr>
          <a:xfrm>
            <a:off x="7203485" y="643599"/>
            <a:ext cx="556097" cy="390822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72CB28B-8EE7-4F71-A45C-A93EF7E35763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0" t="15549" r="9546" b="17687"/>
          <a:stretch/>
        </p:blipFill>
        <p:spPr>
          <a:xfrm>
            <a:off x="2381377" y="1630773"/>
            <a:ext cx="2423724" cy="2075562"/>
          </a:xfrm>
          <a:prstGeom prst="rect">
            <a:avLst/>
          </a:prstGeom>
        </p:spPr>
      </p:pic>
      <p:sp>
        <p:nvSpPr>
          <p:cNvPr id="101" name="Arc 100">
            <a:extLst>
              <a:ext uri="{FF2B5EF4-FFF2-40B4-BE49-F238E27FC236}">
                <a16:creationId xmlns:a16="http://schemas.microsoft.com/office/drawing/2014/main" id="{B4BC5282-C0C7-4937-89BF-1073CE555560}"/>
              </a:ext>
            </a:extLst>
          </p:cNvPr>
          <p:cNvSpPr/>
          <p:nvPr/>
        </p:nvSpPr>
        <p:spPr>
          <a:xfrm>
            <a:off x="3930129" y="844678"/>
            <a:ext cx="7347847" cy="705479"/>
          </a:xfrm>
          <a:prstGeom prst="arc">
            <a:avLst>
              <a:gd name="adj1" fmla="val 16200000"/>
              <a:gd name="adj2" fmla="val 14483"/>
            </a:avLst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247F92A-6C12-4195-BD82-640FE782D6B7}"/>
              </a:ext>
            </a:extLst>
          </p:cNvPr>
          <p:cNvCxnSpPr>
            <a:cxnSpLocks/>
          </p:cNvCxnSpPr>
          <p:nvPr/>
        </p:nvCxnSpPr>
        <p:spPr>
          <a:xfrm flipH="1">
            <a:off x="1922545" y="2340253"/>
            <a:ext cx="2325200" cy="1331325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9874A29-1484-43D4-B116-798B6541986E}"/>
              </a:ext>
            </a:extLst>
          </p:cNvPr>
          <p:cNvGrpSpPr/>
          <p:nvPr/>
        </p:nvGrpSpPr>
        <p:grpSpPr>
          <a:xfrm>
            <a:off x="3930130" y="-32778"/>
            <a:ext cx="3216452" cy="2655972"/>
            <a:chOff x="5135818" y="-678667"/>
            <a:chExt cx="3216452" cy="265597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921F90C-E869-45A2-9BA8-9C607A1E22D7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286642A3-262D-4C78-ACB1-52D29D536D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0699E87-CEEB-437B-B06B-A743A9B12D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1C21AFB-7DC0-477A-8E7A-9D78E2DEDEE3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163F070E-71FB-4F14-B392-A2C43838D6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B1E52062-2D2F-4C9D-BBBA-07D1F34F7A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8E94C18-0E03-4564-B69A-E5FB6958DF07}"/>
              </a:ext>
            </a:extLst>
          </p:cNvPr>
          <p:cNvGrpSpPr/>
          <p:nvPr/>
        </p:nvGrpSpPr>
        <p:grpSpPr>
          <a:xfrm>
            <a:off x="7320620" y="2068218"/>
            <a:ext cx="3216452" cy="2655972"/>
            <a:chOff x="5135818" y="-678667"/>
            <a:chExt cx="3216452" cy="2655972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F087FC4-B82F-4069-98A2-17018FCA88C0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6FF19B2D-6034-429A-AA4C-24E9BE9A22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3DB0197B-8F20-4729-A628-7F26F0B802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7F8A6CA-25E6-40EF-A9C2-D82FB1ED8832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50495E85-06FF-4F85-9BF5-F154DFC1FE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58569293-4FDD-4A58-B6CE-FD087BBB5B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8200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9874A29-1484-43D4-B116-798B6541986E}"/>
              </a:ext>
            </a:extLst>
          </p:cNvPr>
          <p:cNvGrpSpPr/>
          <p:nvPr/>
        </p:nvGrpSpPr>
        <p:grpSpPr>
          <a:xfrm>
            <a:off x="5699936" y="2208978"/>
            <a:ext cx="3216452" cy="2655972"/>
            <a:chOff x="5135818" y="-678667"/>
            <a:chExt cx="3216452" cy="265597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921F90C-E869-45A2-9BA8-9C607A1E22D7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286642A3-262D-4C78-ACB1-52D29D536D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0699E87-CEEB-437B-B06B-A743A9B12D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1C21AFB-7DC0-477A-8E7A-9D78E2DEDEE3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163F070E-71FB-4F14-B392-A2C43838D6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B1E52062-2D2F-4C9D-BBBA-07D1F34F7A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FBF699CA-9B2E-42AF-A012-F5733A090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08586">
            <a:off x="12879917" y="-42699"/>
            <a:ext cx="4238937" cy="23557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5460B8-02FF-4E5D-8618-A5704FFD91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9992111" y="2340872"/>
            <a:ext cx="4295776" cy="23485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A00E02-BA68-4A21-8989-F6A33DF2DA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6927839" y="4047977"/>
            <a:ext cx="4205286" cy="22991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6EBB3D-F73C-4227-ADDB-F797F8991F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4239790" y="5545648"/>
            <a:ext cx="4124960" cy="22552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B5854C-ADC7-4242-8108-2AA185E05B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564223" y="7031399"/>
            <a:ext cx="4055454" cy="22172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B06C25-6209-4B2A-81E0-4F7BE62DD2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0305868" y="1353163"/>
            <a:ext cx="4295776" cy="23485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5F21BB-DBA3-4E6F-8CD5-64303F9C3F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7241596" y="3060268"/>
            <a:ext cx="4205286" cy="2299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62805E-A7AB-44D0-9339-5E5592316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4553548" y="4557941"/>
            <a:ext cx="4124960" cy="2255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160400-01CD-4983-BDC5-B8C56E92E6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877867" y="6051849"/>
            <a:ext cx="4040141" cy="22088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DDD63B5-F23E-47EB-9A1D-830F293FAB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688" y="4309865"/>
            <a:ext cx="2877023" cy="164401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9B7FAB9-68A7-40A3-B335-D4638A0B7E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1" t="23343" r="32681" b="25479"/>
          <a:stretch/>
        </p:blipFill>
        <p:spPr>
          <a:xfrm>
            <a:off x="9323065" y="4431536"/>
            <a:ext cx="2944792" cy="23870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20F1A34-4C3E-44C7-9A81-16DB174DB3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770" y="4129931"/>
            <a:ext cx="3009628" cy="171978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B8F016B-3407-4DB7-8BC4-E24D8F35C8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186372" y="8006209"/>
            <a:ext cx="4011234" cy="21930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B2C4B89-E5CD-4A6B-9383-AC4240B37E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737918" y="7538870"/>
            <a:ext cx="3916832" cy="214141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A559634-3310-4520-B30F-1E50117032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378" y="3109799"/>
            <a:ext cx="2887231" cy="16498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8D78E6-DD12-4FC5-AD43-3641FF9DAF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346">
            <a:off x="2849854" y="7124564"/>
            <a:ext cx="2724149" cy="155665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4E94BE9-D0BB-4EF2-A9A7-8A8415823E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299" y="4178959"/>
            <a:ext cx="2887231" cy="16498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60B6D6-C3C4-4765-B0F9-93C568D797F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8768" r="34802" b="27932"/>
          <a:stretch/>
        </p:blipFill>
        <p:spPr>
          <a:xfrm>
            <a:off x="9520617" y="3606790"/>
            <a:ext cx="991565" cy="71437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4B1EBD-694C-42D0-BDCF-36FD4CB9F7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239" y="5438793"/>
            <a:ext cx="2887230" cy="164984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0B77B56-7A6C-4382-8062-A9055B340106}"/>
              </a:ext>
            </a:extLst>
          </p:cNvPr>
          <p:cNvGrpSpPr/>
          <p:nvPr/>
        </p:nvGrpSpPr>
        <p:grpSpPr>
          <a:xfrm>
            <a:off x="-49434" y="3240878"/>
            <a:ext cx="3386711" cy="3578780"/>
            <a:chOff x="-49434" y="3240878"/>
            <a:chExt cx="3386711" cy="357878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416897-C10B-4339-AC1B-385144C2B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48522">
              <a:off x="934350" y="5226341"/>
              <a:ext cx="1541858" cy="154185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27E88D-2C7B-494F-A527-69EDE844E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58" t="16699" r="19716" b="17168"/>
            <a:stretch/>
          </p:blipFill>
          <p:spPr>
            <a:xfrm flipH="1">
              <a:off x="1793811" y="5176595"/>
              <a:ext cx="1543466" cy="1643063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38BE8C1-D477-414E-90EA-C5CE2CFAB4AA}"/>
                </a:ext>
              </a:extLst>
            </p:cNvPr>
            <p:cNvGrpSpPr/>
            <p:nvPr/>
          </p:nvGrpSpPr>
          <p:grpSpPr>
            <a:xfrm>
              <a:off x="-49434" y="3240878"/>
              <a:ext cx="1993670" cy="2507094"/>
              <a:chOff x="-4562622" y="5195647"/>
              <a:chExt cx="1946973" cy="2507094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0975A470-F4BD-4994-847A-F6E8CFCD04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219" t="17589" r="43068" b="18192"/>
              <a:stretch/>
            </p:blipFill>
            <p:spPr>
              <a:xfrm>
                <a:off x="-3821813" y="5789120"/>
                <a:ext cx="767237" cy="1913621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C2BD0AEA-922F-4D31-AFBA-0F4553993E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465" t="17974" r="44007" b="17062"/>
              <a:stretch/>
            </p:blipFill>
            <p:spPr>
              <a:xfrm>
                <a:off x="-3321107" y="5400538"/>
                <a:ext cx="705458" cy="1935852"/>
              </a:xfrm>
              <a:prstGeom prst="rect">
                <a:avLst/>
              </a:prstGeom>
            </p:spPr>
          </p:pic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3861FF7D-439C-4B63-B5BF-8B8ACEA90FB0}"/>
                  </a:ext>
                </a:extLst>
              </p:cNvPr>
              <p:cNvGrpSpPr/>
              <p:nvPr/>
            </p:nvGrpSpPr>
            <p:grpSpPr>
              <a:xfrm>
                <a:off x="-4562622" y="5195647"/>
                <a:ext cx="1241515" cy="2368224"/>
                <a:chOff x="181762" y="-129706"/>
                <a:chExt cx="1241515" cy="2368224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B07B4F68-4E32-427E-BC98-F8A2E0BA6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165" t="18358" r="42122" b="18265"/>
                <a:stretch/>
              </p:blipFill>
              <p:spPr>
                <a:xfrm>
                  <a:off x="656040" y="-129706"/>
                  <a:ext cx="767237" cy="1888545"/>
                </a:xfrm>
                <a:prstGeom prst="rect">
                  <a:avLst/>
                </a:prstGeom>
              </p:spPr>
            </p:pic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E0D82A7B-85DE-45A1-BBFB-D4836D0A89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830" t="16754" r="42964" b="13820"/>
                <a:stretch/>
              </p:blipFill>
              <p:spPr>
                <a:xfrm>
                  <a:off x="181762" y="169744"/>
                  <a:ext cx="740809" cy="2068774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8AA9008D-E6CA-4041-B224-376D40A984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3079107" y="719741"/>
            <a:ext cx="4238937" cy="23175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5DFA514-1913-49F4-89CF-6463A9D6BE3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23550" r="32270" b="30456"/>
          <a:stretch/>
        </p:blipFill>
        <p:spPr>
          <a:xfrm>
            <a:off x="7025448" y="5702664"/>
            <a:ext cx="1009650" cy="75882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72CB28B-8EE7-4F71-A45C-A93EF7E35763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0" t="15549" r="9546" b="17687"/>
          <a:stretch/>
        </p:blipFill>
        <p:spPr>
          <a:xfrm>
            <a:off x="3028904" y="4060436"/>
            <a:ext cx="2423724" cy="2075562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247F92A-6C12-4195-BD82-640FE782D6B7}"/>
              </a:ext>
            </a:extLst>
          </p:cNvPr>
          <p:cNvCxnSpPr>
            <a:cxnSpLocks/>
          </p:cNvCxnSpPr>
          <p:nvPr/>
        </p:nvCxnSpPr>
        <p:spPr>
          <a:xfrm flipH="1">
            <a:off x="2189006" y="3834352"/>
            <a:ext cx="4690000" cy="867188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8E94C18-0E03-4564-B69A-E5FB6958DF07}"/>
              </a:ext>
            </a:extLst>
          </p:cNvPr>
          <p:cNvGrpSpPr/>
          <p:nvPr/>
        </p:nvGrpSpPr>
        <p:grpSpPr>
          <a:xfrm>
            <a:off x="10774307" y="8861500"/>
            <a:ext cx="3216452" cy="2655972"/>
            <a:chOff x="5135818" y="-678667"/>
            <a:chExt cx="3216452" cy="2655972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F087FC4-B82F-4069-98A2-17018FCA88C0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6FF19B2D-6034-429A-AA4C-24E9BE9A22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3DB0197B-8F20-4729-A628-7F26F0B802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7F8A6CA-25E6-40EF-A9C2-D82FB1ED8832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50495E85-06FF-4F85-9BF5-F154DFC1FE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58569293-4FDD-4A58-B6CE-FD087BBB5B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6BA165F6-F09F-40B6-872A-23F5F7CA5277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4" t="18137" r="26167" b="22189"/>
          <a:stretch/>
        </p:blipFill>
        <p:spPr>
          <a:xfrm>
            <a:off x="4984237" y="3665558"/>
            <a:ext cx="651449" cy="457835"/>
          </a:xfrm>
          <a:prstGeom prst="rect">
            <a:avLst/>
          </a:prstGeom>
        </p:spPr>
      </p:pic>
      <p:sp>
        <p:nvSpPr>
          <p:cNvPr id="101" name="Arc 100">
            <a:extLst>
              <a:ext uri="{FF2B5EF4-FFF2-40B4-BE49-F238E27FC236}">
                <a16:creationId xmlns:a16="http://schemas.microsoft.com/office/drawing/2014/main" id="{B4BC5282-C0C7-4937-89BF-1073CE555560}"/>
              </a:ext>
            </a:extLst>
          </p:cNvPr>
          <p:cNvSpPr/>
          <p:nvPr/>
        </p:nvSpPr>
        <p:spPr>
          <a:xfrm rot="654648">
            <a:off x="7602582" y="3814578"/>
            <a:ext cx="3765156" cy="705479"/>
          </a:xfrm>
          <a:prstGeom prst="arc">
            <a:avLst>
              <a:gd name="adj1" fmla="val 11062570"/>
              <a:gd name="adj2" fmla="val 21581710"/>
            </a:avLst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27F870-BFE7-4D23-82F3-BF5306989D53}"/>
              </a:ext>
            </a:extLst>
          </p:cNvPr>
          <p:cNvGrpSpPr/>
          <p:nvPr/>
        </p:nvGrpSpPr>
        <p:grpSpPr>
          <a:xfrm>
            <a:off x="876935" y="1138099"/>
            <a:ext cx="3341601" cy="2370084"/>
            <a:chOff x="876935" y="708949"/>
            <a:chExt cx="3726610" cy="2799234"/>
          </a:xfrm>
        </p:grpSpPr>
        <p:pic>
          <p:nvPicPr>
            <p:cNvPr id="80" name="Picture 79" descr="A group of blue lights&#10;&#10;AI-generated content may be incorrect.">
              <a:extLst>
                <a:ext uri="{FF2B5EF4-FFF2-40B4-BE49-F238E27FC236}">
                  <a16:creationId xmlns:a16="http://schemas.microsoft.com/office/drawing/2014/main" id="{8CCFBF6E-86D0-4526-B735-C019D55C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00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DA66F2A-32F1-4C60-BEEB-B528373F9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9397" t="57522" r="82154" b="28770"/>
            <a:stretch>
              <a:fillRect/>
            </a:stretch>
          </p:blipFill>
          <p:spPr>
            <a:xfrm>
              <a:off x="3504982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4F72C6C-3AAA-49C8-8E39-8C5235B3D9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9490" t="20207" r="82248" b="66390"/>
            <a:stretch>
              <a:fillRect/>
            </a:stretch>
          </p:blipFill>
          <p:spPr>
            <a:xfrm>
              <a:off x="3504982" y="2438999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F7BFEBD-71CB-43AF-984F-82D158EBC0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5204" t="53664" r="54394" b="6594"/>
            <a:stretch>
              <a:fillRect/>
            </a:stretch>
          </p:blipFill>
          <p:spPr>
            <a:xfrm>
              <a:off x="2660741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44B6D51-4869-4236-A84D-CF2EBD044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55288" t="53704" r="4310" b="6555"/>
            <a:stretch>
              <a:fillRect/>
            </a:stretch>
          </p:blipFill>
          <p:spPr>
            <a:xfrm>
              <a:off x="2660741" y="2431324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6" name="Picture 85" descr="A blue and white explosion&#10;&#10;AI-generated content may be incorrect.">
              <a:extLst>
                <a:ext uri="{FF2B5EF4-FFF2-40B4-BE49-F238E27FC236}">
                  <a16:creationId xmlns:a16="http://schemas.microsoft.com/office/drawing/2014/main" id="{C8452677-827A-426A-B15B-C1D29B63B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00" y="2431324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39D1FC8-BC96-4155-A960-EFBEA3FC8270}"/>
                </a:ext>
              </a:extLst>
            </p:cNvPr>
            <p:cNvSpPr txBox="1"/>
            <p:nvPr/>
          </p:nvSpPr>
          <p:spPr>
            <a:xfrm>
              <a:off x="1037450" y="1881370"/>
              <a:ext cx="694497" cy="430887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Original signal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EFDD13-5AB4-4706-AA8B-A8772D3B6DE6}"/>
                </a:ext>
              </a:extLst>
            </p:cNvPr>
            <p:cNvSpPr txBox="1"/>
            <p:nvPr/>
          </p:nvSpPr>
          <p:spPr>
            <a:xfrm>
              <a:off x="1048163" y="2459850"/>
              <a:ext cx="696742" cy="415498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Noisy signal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40852A8-9886-43A1-92BC-0CA8D72769E0}"/>
                </a:ext>
              </a:extLst>
            </p:cNvPr>
            <p:cNvSpPr txBox="1"/>
            <p:nvPr/>
          </p:nvSpPr>
          <p:spPr>
            <a:xfrm>
              <a:off x="1577664" y="2922371"/>
              <a:ext cx="934871" cy="246221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Constellation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2953320-D883-4D15-947D-678C7B0E9526}"/>
                </a:ext>
              </a:extLst>
            </p:cNvPr>
            <p:cNvSpPr txBox="1"/>
            <p:nvPr/>
          </p:nvSpPr>
          <p:spPr>
            <a:xfrm>
              <a:off x="2547436" y="2922370"/>
              <a:ext cx="780983" cy="246221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Scalogram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9010F0C-2EDB-40DD-B164-557627315662}"/>
                </a:ext>
              </a:extLst>
            </p:cNvPr>
            <p:cNvSpPr txBox="1"/>
            <p:nvPr/>
          </p:nvSpPr>
          <p:spPr>
            <a:xfrm>
              <a:off x="3301394" y="2922369"/>
              <a:ext cx="1096775" cy="246221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Reshaped signal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6F845B82-AAF8-4DAB-83D3-EDE6EBD417AF}"/>
                </a:ext>
              </a:extLst>
            </p:cNvPr>
            <p:cNvCxnSpPr>
              <a:cxnSpLocks/>
            </p:cNvCxnSpPr>
            <p:nvPr/>
          </p:nvCxnSpPr>
          <p:spPr>
            <a:xfrm>
              <a:off x="2693551" y="1477737"/>
              <a:ext cx="0" cy="234093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9DB1EDF-A225-4F85-814A-ACD2E08980D5}"/>
                </a:ext>
              </a:extLst>
            </p:cNvPr>
            <p:cNvSpPr/>
            <p:nvPr/>
          </p:nvSpPr>
          <p:spPr>
            <a:xfrm>
              <a:off x="876935" y="964208"/>
              <a:ext cx="3726610" cy="2543975"/>
            </a:xfrm>
            <a:prstGeom prst="roundRect">
              <a:avLst/>
            </a:prstGeom>
            <a:noFill/>
            <a:ln>
              <a:prstDash val="sysDot"/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isometricOffAxis2Left"/>
                <a:lightRig rig="threePt" dir="t"/>
              </a:scene3d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C44CAE-EB68-467B-8561-C964EB274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572284" flipH="1">
              <a:off x="1736872" y="708949"/>
              <a:ext cx="1906228" cy="1089273"/>
            </a:xfrm>
            <a:prstGeom prst="rect">
              <a:avLst/>
            </a:prstGeom>
          </p:spPr>
        </p:pic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F89B9BE-0376-4D19-8EE3-00A50691CDEE}"/>
              </a:ext>
            </a:extLst>
          </p:cNvPr>
          <p:cNvSpPr/>
          <p:nvPr/>
        </p:nvSpPr>
        <p:spPr>
          <a:xfrm>
            <a:off x="1665025" y="796603"/>
            <a:ext cx="1763758" cy="524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Preprocessing unlabeled signals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914FF22-82D8-4792-8924-876E77BDE391}"/>
              </a:ext>
            </a:extLst>
          </p:cNvPr>
          <p:cNvSpPr/>
          <p:nvPr/>
        </p:nvSpPr>
        <p:spPr>
          <a:xfrm>
            <a:off x="9729515" y="3091479"/>
            <a:ext cx="1763758" cy="5248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Environmental noise addition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ABC65CD-36F5-487F-A456-A0B21673796B}"/>
              </a:ext>
            </a:extLst>
          </p:cNvPr>
          <p:cNvSpPr/>
          <p:nvPr/>
        </p:nvSpPr>
        <p:spPr>
          <a:xfrm>
            <a:off x="3544831" y="764816"/>
            <a:ext cx="3310895" cy="2035683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  <a:miter lim="800000"/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F57DA1D-0EA6-4622-9B5E-A40AD807BCCF}"/>
              </a:ext>
            </a:extLst>
          </p:cNvPr>
          <p:cNvSpPr/>
          <p:nvPr/>
        </p:nvSpPr>
        <p:spPr>
          <a:xfrm>
            <a:off x="4452380" y="275250"/>
            <a:ext cx="1582341" cy="448276"/>
          </a:xfrm>
          <a:prstGeom prst="rect">
            <a:avLst/>
          </a:prstGeom>
          <a:solidFill>
            <a:srgbClr val="FFD9D9"/>
          </a:solidFill>
          <a:ln>
            <a:solidFill>
              <a:srgbClr val="FFD9D9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Resilient foundation models</a:t>
            </a:r>
          </a:p>
        </p:txBody>
      </p:sp>
      <p:pic>
        <p:nvPicPr>
          <p:cNvPr id="147" name="Picture 4">
            <a:extLst>
              <a:ext uri="{FF2B5EF4-FFF2-40B4-BE49-F238E27FC236}">
                <a16:creationId xmlns:a16="http://schemas.microsoft.com/office/drawing/2014/main" id="{696E5013-6982-4B81-A35E-BE05A2B9E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6" b="7996"/>
          <a:stretch/>
        </p:blipFill>
        <p:spPr bwMode="auto">
          <a:xfrm>
            <a:off x="3924702" y="712927"/>
            <a:ext cx="1323101" cy="1259717"/>
          </a:xfrm>
          <a:prstGeom prst="rect">
            <a:avLst/>
          </a:prstGeom>
          <a:noFill/>
          <a:ln>
            <a:noFill/>
          </a:ln>
          <a:scene3d>
            <a:camera prst="isometricOffAxis2Left"/>
            <a:lightRig rig="threePt" dir="t"/>
          </a:scene3d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D77A8291-DE16-495E-9D73-0B9B9573056C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9490" t="20207" r="82248" b="66390"/>
          <a:stretch>
            <a:fillRect/>
          </a:stretch>
        </p:blipFill>
        <p:spPr>
          <a:xfrm>
            <a:off x="3804550" y="1463297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122B2787-698E-48EF-ACB5-242D83F30ADD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5288" t="53704" r="4310" b="6555"/>
          <a:stretch>
            <a:fillRect/>
          </a:stretch>
        </p:blipFill>
        <p:spPr>
          <a:xfrm>
            <a:off x="3808901" y="1220344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0" name="Picture 149" descr="A blue and white explosion&#10;&#10;AI-generated content may be incorrect.">
            <a:extLst>
              <a:ext uri="{FF2B5EF4-FFF2-40B4-BE49-F238E27FC236}">
                <a16:creationId xmlns:a16="http://schemas.microsoft.com/office/drawing/2014/main" id="{8F188547-2C13-439F-9CBC-ECA3796171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551" y="977391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1" name="Right Brace 150">
            <a:extLst>
              <a:ext uri="{FF2B5EF4-FFF2-40B4-BE49-F238E27FC236}">
                <a16:creationId xmlns:a16="http://schemas.microsoft.com/office/drawing/2014/main" id="{A99C39FA-6414-4605-AB21-136863ACD826}"/>
              </a:ext>
            </a:extLst>
          </p:cNvPr>
          <p:cNvSpPr/>
          <p:nvPr/>
        </p:nvSpPr>
        <p:spPr>
          <a:xfrm>
            <a:off x="4054312" y="977391"/>
            <a:ext cx="124460" cy="681168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2" name="Picture 151" descr="A group of blue lights&#10;&#10;AI-generated content may be incorrect.">
            <a:extLst>
              <a:ext uri="{FF2B5EF4-FFF2-40B4-BE49-F238E27FC236}">
                <a16:creationId xmlns:a16="http://schemas.microsoft.com/office/drawing/2014/main" id="{614E2716-2D1F-4515-9008-81AD63D544C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775" y="977391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9A6961A-6E3C-46D3-A908-59E2021EE3F9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9397" t="57522" r="82154" b="28770"/>
          <a:stretch>
            <a:fillRect/>
          </a:stretch>
        </p:blipFill>
        <p:spPr>
          <a:xfrm>
            <a:off x="5083079" y="1460779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9811BF41-D2A5-405E-9279-E200D1426B46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204" t="53664" r="54394" b="6594"/>
          <a:stretch>
            <a:fillRect/>
          </a:stretch>
        </p:blipFill>
        <p:spPr>
          <a:xfrm>
            <a:off x="5085775" y="1220344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5" name="Right Brace 154">
            <a:extLst>
              <a:ext uri="{FF2B5EF4-FFF2-40B4-BE49-F238E27FC236}">
                <a16:creationId xmlns:a16="http://schemas.microsoft.com/office/drawing/2014/main" id="{5FB731B2-7B59-46AC-ABE5-767AF672E5F9}"/>
              </a:ext>
            </a:extLst>
          </p:cNvPr>
          <p:cNvSpPr/>
          <p:nvPr/>
        </p:nvSpPr>
        <p:spPr>
          <a:xfrm>
            <a:off x="4895231" y="977391"/>
            <a:ext cx="124460" cy="681168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3502BF4-7F58-43FB-A229-95C40D65604D}"/>
              </a:ext>
            </a:extLst>
          </p:cNvPr>
          <p:cNvSpPr txBox="1"/>
          <p:nvPr/>
        </p:nvSpPr>
        <p:spPr>
          <a:xfrm>
            <a:off x="4098238" y="1653689"/>
            <a:ext cx="1026212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Denoised representation</a:t>
            </a:r>
          </a:p>
        </p:txBody>
      </p:sp>
      <p:pic>
        <p:nvPicPr>
          <p:cNvPr id="157" name="Picture 10">
            <a:extLst>
              <a:ext uri="{FF2B5EF4-FFF2-40B4-BE49-F238E27FC236}">
                <a16:creationId xmlns:a16="http://schemas.microsoft.com/office/drawing/2014/main" id="{9B3B6EFC-54A4-4366-9749-20EB5F7E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674224" y="1657098"/>
            <a:ext cx="1165078" cy="132042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 descr="A blue and white explosion&#10;&#10;AI-generated content may be incorrect.">
            <a:extLst>
              <a:ext uri="{FF2B5EF4-FFF2-40B4-BE49-F238E27FC236}">
                <a16:creationId xmlns:a16="http://schemas.microsoft.com/office/drawing/2014/main" id="{FBFDBAD3-EBB9-44C6-831B-920172DFA86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07" y="2158038"/>
            <a:ext cx="269331" cy="256428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7750460F-9D99-488D-9B6E-7C170B124625}"/>
              </a:ext>
            </a:extLst>
          </p:cNvPr>
          <p:cNvSpPr txBox="1"/>
          <p:nvPr/>
        </p:nvSpPr>
        <p:spPr>
          <a:xfrm>
            <a:off x="5466225" y="1134435"/>
            <a:ext cx="1136131" cy="461665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Pretraining</a:t>
            </a:r>
          </a:p>
          <a:p>
            <a:pPr algn="ctr"/>
            <a:r>
              <a:rPr lang="en-US" sz="1200" dirty="0"/>
              <a:t>stage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D86416-E516-400F-AA9D-E7640EAEFA5C}"/>
              </a:ext>
            </a:extLst>
          </p:cNvPr>
          <p:cNvSpPr txBox="1"/>
          <p:nvPr/>
        </p:nvSpPr>
        <p:spPr>
          <a:xfrm>
            <a:off x="3675528" y="1980377"/>
            <a:ext cx="861925" cy="394338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Finetuning</a:t>
            </a:r>
          </a:p>
          <a:p>
            <a:pPr algn="ctr"/>
            <a:r>
              <a:rPr lang="en-US" sz="1200" dirty="0"/>
              <a:t>stage</a:t>
            </a:r>
          </a:p>
        </p:txBody>
      </p:sp>
      <p:pic>
        <p:nvPicPr>
          <p:cNvPr id="161" name="Picture 8" descr="Regression - Free business and finance icons">
            <a:extLst>
              <a:ext uri="{FF2B5EF4-FFF2-40B4-BE49-F238E27FC236}">
                <a16:creationId xmlns:a16="http://schemas.microsoft.com/office/drawing/2014/main" id="{54675504-E1A8-4DA1-981C-A62022738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687" y="1995533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10" descr="Noise Reduction Icon SVG Vector &amp; PNG Free Download | UXWing">
            <a:extLst>
              <a:ext uri="{FF2B5EF4-FFF2-40B4-BE49-F238E27FC236}">
                <a16:creationId xmlns:a16="http://schemas.microsoft.com/office/drawing/2014/main" id="{BBE70150-ECCE-4388-BFDB-47CAEFA89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653349" y="2226488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12" descr="Classification Icons - Free SVG &amp; PNG Classification Images - Noun Project">
            <a:extLst>
              <a:ext uri="{FF2B5EF4-FFF2-40B4-BE49-F238E27FC236}">
                <a16:creationId xmlns:a16="http://schemas.microsoft.com/office/drawing/2014/main" id="{077DDFD7-2E03-4408-BF90-1F0D7D817B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0" t="12188" r="11792" b="10972"/>
          <a:stretch>
            <a:fillRect/>
          </a:stretch>
        </p:blipFill>
        <p:spPr bwMode="auto">
          <a:xfrm>
            <a:off x="5653349" y="2456933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302244D3-2BEB-4BDD-B52B-0247DD2AF81D}"/>
              </a:ext>
            </a:extLst>
          </p:cNvPr>
          <p:cNvSpPr txBox="1"/>
          <p:nvPr/>
        </p:nvSpPr>
        <p:spPr>
          <a:xfrm>
            <a:off x="5858435" y="1993495"/>
            <a:ext cx="716473" cy="210313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dirty="0"/>
              <a:t>Regression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12C840C-D3B8-46F7-8CCA-B5866C3EB69E}"/>
              </a:ext>
            </a:extLst>
          </p:cNvPr>
          <p:cNvSpPr txBox="1"/>
          <p:nvPr/>
        </p:nvSpPr>
        <p:spPr>
          <a:xfrm>
            <a:off x="5861092" y="2216822"/>
            <a:ext cx="661823" cy="210313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dirty="0"/>
              <a:t>Denoising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3573C31-AF0C-44E5-8D02-4FF8EBB22344}"/>
              </a:ext>
            </a:extLst>
          </p:cNvPr>
          <p:cNvSpPr txBox="1"/>
          <p:nvPr/>
        </p:nvSpPr>
        <p:spPr>
          <a:xfrm>
            <a:off x="5861609" y="2444933"/>
            <a:ext cx="851656" cy="210313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4543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19874A29-1484-43D4-B116-798B6541986E}"/>
              </a:ext>
            </a:extLst>
          </p:cNvPr>
          <p:cNvGrpSpPr/>
          <p:nvPr/>
        </p:nvGrpSpPr>
        <p:grpSpPr>
          <a:xfrm>
            <a:off x="5699936" y="2208978"/>
            <a:ext cx="3216452" cy="2655972"/>
            <a:chOff x="5135818" y="-678667"/>
            <a:chExt cx="3216452" cy="265597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F921F90C-E869-45A2-9BA8-9C607A1E22D7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286642A3-262D-4C78-ACB1-52D29D536D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0699E87-CEEB-437B-B06B-A743A9B12D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1C21AFB-7DC0-477A-8E7A-9D78E2DEDEE3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163F070E-71FB-4F14-B392-A2C43838D6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B1E52062-2D2F-4C9D-BBBA-07D1F34F7A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FBF699CA-9B2E-42AF-A012-F5733A090AB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08586">
            <a:off x="12848922" y="32958"/>
            <a:ext cx="4238937" cy="23557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75460B8-02FF-4E5D-8618-A5704FFD91B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9992111" y="2340872"/>
            <a:ext cx="4295776" cy="23485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A00E02-BA68-4A21-8989-F6A33DF2DA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6927839" y="4047977"/>
            <a:ext cx="4205286" cy="22991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36EBB3D-F73C-4227-ADDB-F797F8991FA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4239790" y="5545648"/>
            <a:ext cx="4124960" cy="225520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2B5854C-ADC7-4242-8108-2AA185E05B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564223" y="7031399"/>
            <a:ext cx="4055454" cy="221720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BB06C25-6209-4B2A-81E0-4F7BE62DD2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0305868" y="1353163"/>
            <a:ext cx="4295776" cy="234859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5F21BB-DBA3-4E6F-8CD5-64303F9C3F1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7241596" y="3060268"/>
            <a:ext cx="4205286" cy="2299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62805E-A7AB-44D0-9339-5E5592316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4553548" y="4557941"/>
            <a:ext cx="4124960" cy="225520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5160400-01CD-4983-BDC5-B8C56E92E6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877867" y="6051849"/>
            <a:ext cx="4040141" cy="2208832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3DDD63B5-F23E-47EB-9A1D-830F293FAB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688" y="4309865"/>
            <a:ext cx="2877023" cy="164401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99B7FAB9-68A7-40A3-B335-D4638A0B7E6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41" t="23343" r="32681" b="25479"/>
          <a:stretch/>
        </p:blipFill>
        <p:spPr>
          <a:xfrm>
            <a:off x="9323065" y="4431536"/>
            <a:ext cx="2944792" cy="23870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20F1A34-4C3E-44C7-9A81-16DB174DB3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770" y="4129931"/>
            <a:ext cx="3009628" cy="171978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B8F016B-3407-4DB7-8BC4-E24D8F35C8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186372" y="8006209"/>
            <a:ext cx="4011234" cy="219302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B2C4B89-E5CD-4A6B-9383-AC4240B37E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-737918" y="7538870"/>
            <a:ext cx="3916832" cy="2141416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A559634-3310-4520-B30F-1E50117032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378" y="3109799"/>
            <a:ext cx="2887231" cy="164984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48D78E6-DD12-4FC5-AD43-3641FF9DAF3B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346">
            <a:off x="2849854" y="7124564"/>
            <a:ext cx="2724149" cy="155665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4E94BE9-D0BB-4EF2-A9A7-8A8415823E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299" y="4178959"/>
            <a:ext cx="2887231" cy="16498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560B6D6-C3C4-4765-B0F9-93C568D797F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855" t="28768" r="34802" b="27932"/>
          <a:stretch/>
        </p:blipFill>
        <p:spPr>
          <a:xfrm>
            <a:off x="9520617" y="3606790"/>
            <a:ext cx="991565" cy="71437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54B1EBD-694C-42D0-BDCF-36FD4CB9F7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239" y="5438793"/>
            <a:ext cx="2887230" cy="164984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0B77B56-7A6C-4382-8062-A9055B340106}"/>
              </a:ext>
            </a:extLst>
          </p:cNvPr>
          <p:cNvGrpSpPr/>
          <p:nvPr/>
        </p:nvGrpSpPr>
        <p:grpSpPr>
          <a:xfrm>
            <a:off x="-49434" y="3240878"/>
            <a:ext cx="3892727" cy="3685794"/>
            <a:chOff x="-49434" y="3240878"/>
            <a:chExt cx="3892727" cy="368579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6416897-C10B-4339-AC1B-385144C2B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48522">
              <a:off x="934350" y="5226341"/>
              <a:ext cx="1541858" cy="154185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327E88D-2C7B-494F-A527-69EDE844EC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58" t="16699" r="19716" b="17168"/>
            <a:stretch/>
          </p:blipFill>
          <p:spPr>
            <a:xfrm flipH="1">
              <a:off x="1861697" y="4817207"/>
              <a:ext cx="1981596" cy="2109465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38BE8C1-D477-414E-90EA-C5CE2CFAB4AA}"/>
                </a:ext>
              </a:extLst>
            </p:cNvPr>
            <p:cNvGrpSpPr/>
            <p:nvPr/>
          </p:nvGrpSpPr>
          <p:grpSpPr>
            <a:xfrm>
              <a:off x="-49434" y="3240878"/>
              <a:ext cx="1993670" cy="2507094"/>
              <a:chOff x="-4562622" y="5195647"/>
              <a:chExt cx="1946973" cy="2507094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0975A470-F4BD-4994-847A-F6E8CFCD04F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219" t="17589" r="43068" b="18192"/>
              <a:stretch/>
            </p:blipFill>
            <p:spPr>
              <a:xfrm>
                <a:off x="-3821813" y="5789120"/>
                <a:ext cx="767237" cy="1913621"/>
              </a:xfrm>
              <a:prstGeom prst="rect">
                <a:avLst/>
              </a:prstGeom>
            </p:spPr>
          </p:pic>
          <p:pic>
            <p:nvPicPr>
              <p:cNvPr id="67" name="Picture 66">
                <a:extLst>
                  <a:ext uri="{FF2B5EF4-FFF2-40B4-BE49-F238E27FC236}">
                    <a16:creationId xmlns:a16="http://schemas.microsoft.com/office/drawing/2014/main" id="{C2BD0AEA-922F-4D31-AFBA-0F4553993E6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2465" t="17974" r="44007" b="17062"/>
              <a:stretch/>
            </p:blipFill>
            <p:spPr>
              <a:xfrm>
                <a:off x="-3321107" y="5400538"/>
                <a:ext cx="705458" cy="1935852"/>
              </a:xfrm>
              <a:prstGeom prst="rect">
                <a:avLst/>
              </a:prstGeom>
            </p:spPr>
          </p:pic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3861FF7D-439C-4B63-B5BF-8B8ACEA90FB0}"/>
                  </a:ext>
                </a:extLst>
              </p:cNvPr>
              <p:cNvGrpSpPr/>
              <p:nvPr/>
            </p:nvGrpSpPr>
            <p:grpSpPr>
              <a:xfrm>
                <a:off x="-4562622" y="5195647"/>
                <a:ext cx="1241515" cy="2368224"/>
                <a:chOff x="181762" y="-129706"/>
                <a:chExt cx="1241515" cy="2368224"/>
              </a:xfrm>
            </p:grpSpPr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B07B4F68-4E32-427E-BC98-F8A2E0BA6D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165" t="18358" r="42122" b="18265"/>
                <a:stretch/>
              </p:blipFill>
              <p:spPr>
                <a:xfrm>
                  <a:off x="656040" y="-129706"/>
                  <a:ext cx="767237" cy="1888545"/>
                </a:xfrm>
                <a:prstGeom prst="rect">
                  <a:avLst/>
                </a:prstGeom>
              </p:spPr>
            </p:pic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E0D82A7B-85DE-45A1-BBFB-D4836D0A89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2830" t="16754" r="42964" b="13820"/>
                <a:stretch/>
              </p:blipFill>
              <p:spPr>
                <a:xfrm>
                  <a:off x="181762" y="169744"/>
                  <a:ext cx="740809" cy="2068774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8AA9008D-E6CA-4041-B224-376D40A984E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1" b="9539"/>
          <a:stretch/>
        </p:blipFill>
        <p:spPr>
          <a:xfrm rot="18255396">
            <a:off x="13079107" y="719741"/>
            <a:ext cx="4238937" cy="2317518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5DFA514-1913-49F4-89CF-6463A9D6BE3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0" t="23550" r="32270" b="30456"/>
          <a:stretch/>
        </p:blipFill>
        <p:spPr>
          <a:xfrm>
            <a:off x="7025448" y="5702664"/>
            <a:ext cx="1009650" cy="758825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772CB28B-8EE7-4F71-A45C-A93EF7E35763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90" t="15549" r="9546" b="17687"/>
          <a:stretch/>
        </p:blipFill>
        <p:spPr>
          <a:xfrm>
            <a:off x="3348161" y="3812608"/>
            <a:ext cx="2089337" cy="1789209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3247F92A-6C12-4195-BD82-640FE782D6B7}"/>
              </a:ext>
            </a:extLst>
          </p:cNvPr>
          <p:cNvCxnSpPr>
            <a:cxnSpLocks/>
          </p:cNvCxnSpPr>
          <p:nvPr/>
        </p:nvCxnSpPr>
        <p:spPr>
          <a:xfrm flipH="1">
            <a:off x="2189006" y="3834352"/>
            <a:ext cx="4690000" cy="867188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8E94C18-0E03-4564-B69A-E5FB6958DF07}"/>
              </a:ext>
            </a:extLst>
          </p:cNvPr>
          <p:cNvGrpSpPr/>
          <p:nvPr/>
        </p:nvGrpSpPr>
        <p:grpSpPr>
          <a:xfrm>
            <a:off x="7569846" y="6968866"/>
            <a:ext cx="3216452" cy="2655972"/>
            <a:chOff x="5135818" y="-678667"/>
            <a:chExt cx="3216452" cy="2655972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F087FC4-B82F-4069-98A2-17018FCA88C0}"/>
                </a:ext>
              </a:extLst>
            </p:cNvPr>
            <p:cNvGrpSpPr/>
            <p:nvPr/>
          </p:nvGrpSpPr>
          <p:grpSpPr>
            <a:xfrm>
              <a:off x="5135818" y="-678667"/>
              <a:ext cx="2376848" cy="2073581"/>
              <a:chOff x="6013522" y="-96277"/>
              <a:chExt cx="2376848" cy="2073581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6FF19B2D-6034-429A-AA4C-24E9BE9A22D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3DB0197B-8F20-4729-A628-7F26F0B8023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97F8A6CA-25E6-40EF-A9C2-D82FB1ED8832}"/>
                </a:ext>
              </a:extLst>
            </p:cNvPr>
            <p:cNvGrpSpPr/>
            <p:nvPr/>
          </p:nvGrpSpPr>
          <p:grpSpPr>
            <a:xfrm>
              <a:off x="5975422" y="-96276"/>
              <a:ext cx="2376848" cy="2073581"/>
              <a:chOff x="6013522" y="-96277"/>
              <a:chExt cx="2376848" cy="2073581"/>
            </a:xfrm>
          </p:grpSpPr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50495E85-06FF-4F85-9BF5-F154DFC1FE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586" t="12354" r="33904" b="20096"/>
              <a:stretch/>
            </p:blipFill>
            <p:spPr>
              <a:xfrm>
                <a:off x="6829882" y="-96277"/>
                <a:ext cx="1560488" cy="1649846"/>
              </a:xfrm>
              <a:prstGeom prst="rect">
                <a:avLst/>
              </a:prstGeom>
            </p:spPr>
          </p:pic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58569293-4FDD-4A58-B6CE-FD087BBB5B2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445" t="14919" r="32808" b="20031"/>
              <a:stretch/>
            </p:blipFill>
            <p:spPr>
              <a:xfrm>
                <a:off x="6013522" y="388531"/>
                <a:ext cx="1613354" cy="1588773"/>
              </a:xfrm>
              <a:prstGeom prst="rect">
                <a:avLst/>
              </a:prstGeom>
            </p:spPr>
          </p:pic>
        </p:grpSp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6BA165F6-F09F-40B6-872A-23F5F7CA5277}"/>
              </a:ext>
            </a:extLst>
          </p:cNvPr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4" t="18137" r="26167" b="22189"/>
          <a:stretch/>
        </p:blipFill>
        <p:spPr>
          <a:xfrm>
            <a:off x="4984237" y="3665558"/>
            <a:ext cx="651449" cy="457835"/>
          </a:xfrm>
          <a:prstGeom prst="rect">
            <a:avLst/>
          </a:prstGeom>
        </p:spPr>
      </p:pic>
      <p:sp>
        <p:nvSpPr>
          <p:cNvPr id="101" name="Arc 100">
            <a:extLst>
              <a:ext uri="{FF2B5EF4-FFF2-40B4-BE49-F238E27FC236}">
                <a16:creationId xmlns:a16="http://schemas.microsoft.com/office/drawing/2014/main" id="{B4BC5282-C0C7-4937-89BF-1073CE555560}"/>
              </a:ext>
            </a:extLst>
          </p:cNvPr>
          <p:cNvSpPr/>
          <p:nvPr/>
        </p:nvSpPr>
        <p:spPr>
          <a:xfrm rot="654648">
            <a:off x="7602582" y="3814578"/>
            <a:ext cx="3765156" cy="705479"/>
          </a:xfrm>
          <a:prstGeom prst="arc">
            <a:avLst>
              <a:gd name="adj1" fmla="val 11062570"/>
              <a:gd name="adj2" fmla="val 21581710"/>
            </a:avLst>
          </a:prstGeom>
          <a:ln w="28575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27F870-BFE7-4D23-82F3-BF5306989D53}"/>
              </a:ext>
            </a:extLst>
          </p:cNvPr>
          <p:cNvGrpSpPr/>
          <p:nvPr/>
        </p:nvGrpSpPr>
        <p:grpSpPr>
          <a:xfrm>
            <a:off x="876935" y="1138099"/>
            <a:ext cx="3341601" cy="2370084"/>
            <a:chOff x="876935" y="708949"/>
            <a:chExt cx="3726610" cy="2799234"/>
          </a:xfrm>
        </p:grpSpPr>
        <p:pic>
          <p:nvPicPr>
            <p:cNvPr id="80" name="Picture 79" descr="A group of blue lights&#10;&#10;AI-generated content may be incorrect.">
              <a:extLst>
                <a:ext uri="{FF2B5EF4-FFF2-40B4-BE49-F238E27FC236}">
                  <a16:creationId xmlns:a16="http://schemas.microsoft.com/office/drawing/2014/main" id="{8CCFBF6E-86D0-4526-B735-C019D55C2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00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FDA66F2A-32F1-4C60-BEEB-B528373F95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9397" t="57522" r="82154" b="28770"/>
            <a:stretch>
              <a:fillRect/>
            </a:stretch>
          </p:blipFill>
          <p:spPr>
            <a:xfrm>
              <a:off x="3504982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64F72C6C-3AAA-49C8-8E39-8C5235B3D9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0"/>
            <a:srcRect l="9490" t="20207" r="82248" b="66390"/>
            <a:stretch>
              <a:fillRect/>
            </a:stretch>
          </p:blipFill>
          <p:spPr>
            <a:xfrm>
              <a:off x="3504982" y="2438999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7F7BFEBD-71CB-43AF-984F-82D158EBC0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5204" t="53664" r="54394" b="6594"/>
            <a:stretch>
              <a:fillRect/>
            </a:stretch>
          </p:blipFill>
          <p:spPr>
            <a:xfrm>
              <a:off x="2660741" y="1862580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644B6D51-4869-4236-A84D-CF2EBD044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/>
            <a:srcRect l="55288" t="53704" r="4310" b="6555"/>
            <a:stretch>
              <a:fillRect/>
            </a:stretch>
          </p:blipFill>
          <p:spPr>
            <a:xfrm>
              <a:off x="2660741" y="2431324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pic>
          <p:nvPicPr>
            <p:cNvPr id="86" name="Picture 85" descr="A blue and white explosion&#10;&#10;AI-generated content may be incorrect.">
              <a:extLst>
                <a:ext uri="{FF2B5EF4-FFF2-40B4-BE49-F238E27FC236}">
                  <a16:creationId xmlns:a16="http://schemas.microsoft.com/office/drawing/2014/main" id="{C8452677-827A-426A-B15B-C1D29B63BE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6500" y="2431324"/>
              <a:ext cx="457200" cy="4572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3175" cap="rnd">
              <a:solidFill>
                <a:schemeClr val="tx1"/>
              </a:solidFill>
            </a:ln>
            <a:effectLst>
              <a:outerShdw blurRad="36195" dist="12700" dir="11400000" algn="tl" rotWithShape="0">
                <a:srgbClr val="000000">
                  <a:alpha val="33000"/>
                </a:srgbClr>
              </a:outerShdw>
            </a:effectLst>
            <a:scene3d>
              <a:camera prst="perspectiveContrastingLeftFacing">
                <a:rot lat="540000" lon="2100000" rev="0"/>
              </a:camera>
              <a:lightRig rig="soft" dir="t"/>
            </a:scene3d>
            <a:sp3d contourW="12700" prstMaterial="matte">
              <a:bevelT w="63500" h="50800"/>
              <a:contourClr>
                <a:srgbClr val="C0C0C0"/>
              </a:contourClr>
            </a:sp3d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39D1FC8-BC96-4155-A960-EFBEA3FC8270}"/>
                </a:ext>
              </a:extLst>
            </p:cNvPr>
            <p:cNvSpPr txBox="1"/>
            <p:nvPr/>
          </p:nvSpPr>
          <p:spPr>
            <a:xfrm>
              <a:off x="1037450" y="1881370"/>
              <a:ext cx="694497" cy="490732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Original signal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0BEFDD13-5AB4-4706-AA8B-A8772D3B6DE6}"/>
                </a:ext>
              </a:extLst>
            </p:cNvPr>
            <p:cNvSpPr txBox="1"/>
            <p:nvPr/>
          </p:nvSpPr>
          <p:spPr>
            <a:xfrm>
              <a:off x="1048163" y="2459850"/>
              <a:ext cx="696742" cy="490732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/>
                <a:t>Noisy signal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40852A8-9886-43A1-92BC-0CA8D72769E0}"/>
                </a:ext>
              </a:extLst>
            </p:cNvPr>
            <p:cNvSpPr txBox="1"/>
            <p:nvPr/>
          </p:nvSpPr>
          <p:spPr>
            <a:xfrm>
              <a:off x="1577664" y="2922371"/>
              <a:ext cx="994317" cy="290804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Constellation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2953320-D883-4D15-947D-678C7B0E9526}"/>
                </a:ext>
              </a:extLst>
            </p:cNvPr>
            <p:cNvSpPr txBox="1"/>
            <p:nvPr/>
          </p:nvSpPr>
          <p:spPr>
            <a:xfrm>
              <a:off x="2547436" y="2922370"/>
              <a:ext cx="819122" cy="290804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Scalogram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9010F0C-2EDB-40DD-B164-557627315662}"/>
                </a:ext>
              </a:extLst>
            </p:cNvPr>
            <p:cNvSpPr txBox="1"/>
            <p:nvPr/>
          </p:nvSpPr>
          <p:spPr>
            <a:xfrm>
              <a:off x="3301394" y="2922369"/>
              <a:ext cx="1162360" cy="290804"/>
            </a:xfrm>
            <a:prstGeom prst="rect">
              <a:avLst/>
            </a:prstGeom>
            <a:noFill/>
            <a:scene3d>
              <a:camera prst="isometricOffAxis2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Reshaped signal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6F845B82-AAF8-4DAB-83D3-EDE6EBD417AF}"/>
                </a:ext>
              </a:extLst>
            </p:cNvPr>
            <p:cNvCxnSpPr>
              <a:cxnSpLocks/>
            </p:cNvCxnSpPr>
            <p:nvPr/>
          </p:nvCxnSpPr>
          <p:spPr>
            <a:xfrm>
              <a:off x="2693551" y="1477737"/>
              <a:ext cx="0" cy="234093"/>
            </a:xfrm>
            <a:prstGeom prst="straightConnector1">
              <a:avLst/>
            </a:prstGeom>
            <a:ln>
              <a:solidFill>
                <a:schemeClr val="tx1"/>
              </a:solidFill>
              <a:prstDash val="sysDash"/>
              <a:tailEnd type="triangle"/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9DB1EDF-A225-4F85-814A-ACD2E08980D5}"/>
                </a:ext>
              </a:extLst>
            </p:cNvPr>
            <p:cNvSpPr/>
            <p:nvPr/>
          </p:nvSpPr>
          <p:spPr>
            <a:xfrm>
              <a:off x="876935" y="964208"/>
              <a:ext cx="3726610" cy="2543975"/>
            </a:xfrm>
            <a:prstGeom prst="roundRect">
              <a:avLst/>
            </a:prstGeom>
            <a:noFill/>
            <a:ln>
              <a:prstDash val="sysDot"/>
            </a:ln>
            <a:scene3d>
              <a:camera prst="isometricOffAxis2Left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isometricOffAxis2Left"/>
                <a:lightRig rig="threePt" dir="t"/>
              </a:scene3d>
            </a:bodyPr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C44CAE-EB68-467B-8561-C964EB274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572284" flipH="1">
              <a:off x="1736872" y="708949"/>
              <a:ext cx="1906228" cy="1089273"/>
            </a:xfrm>
            <a:prstGeom prst="rect">
              <a:avLst/>
            </a:prstGeom>
          </p:spPr>
        </p:pic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F89B9BE-0376-4D19-8EE3-00A50691CDEE}"/>
              </a:ext>
            </a:extLst>
          </p:cNvPr>
          <p:cNvSpPr/>
          <p:nvPr/>
        </p:nvSpPr>
        <p:spPr>
          <a:xfrm>
            <a:off x="1665025" y="796603"/>
            <a:ext cx="1763758" cy="524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Preprocessing unlabeled signals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7914FF22-82D8-4792-8924-876E77BDE391}"/>
              </a:ext>
            </a:extLst>
          </p:cNvPr>
          <p:cNvSpPr/>
          <p:nvPr/>
        </p:nvSpPr>
        <p:spPr>
          <a:xfrm>
            <a:off x="9729515" y="3091479"/>
            <a:ext cx="1763758" cy="5248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  <a:scene3d>
            <a:camera prst="perspectiveContrasting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Environmental noise addition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3ABC65CD-36F5-487F-A456-A0B21673796B}"/>
              </a:ext>
            </a:extLst>
          </p:cNvPr>
          <p:cNvSpPr/>
          <p:nvPr/>
        </p:nvSpPr>
        <p:spPr>
          <a:xfrm>
            <a:off x="3957787" y="631093"/>
            <a:ext cx="3310895" cy="2035683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  <a:miter lim="800000"/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F57DA1D-0EA6-4622-9B5E-A40AD807BCCF}"/>
              </a:ext>
            </a:extLst>
          </p:cNvPr>
          <p:cNvSpPr/>
          <p:nvPr/>
        </p:nvSpPr>
        <p:spPr>
          <a:xfrm>
            <a:off x="4865336" y="141527"/>
            <a:ext cx="1582341" cy="448276"/>
          </a:xfrm>
          <a:prstGeom prst="rect">
            <a:avLst/>
          </a:prstGeom>
          <a:solidFill>
            <a:srgbClr val="FFD9D9"/>
          </a:solidFill>
          <a:ln>
            <a:solidFill>
              <a:srgbClr val="FFD9D9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Resilient foundation models</a:t>
            </a:r>
          </a:p>
        </p:txBody>
      </p:sp>
      <p:pic>
        <p:nvPicPr>
          <p:cNvPr id="147" name="Picture 4">
            <a:extLst>
              <a:ext uri="{FF2B5EF4-FFF2-40B4-BE49-F238E27FC236}">
                <a16:creationId xmlns:a16="http://schemas.microsoft.com/office/drawing/2014/main" id="{696E5013-6982-4B81-A35E-BE05A2B9E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6" b="7996"/>
          <a:stretch/>
        </p:blipFill>
        <p:spPr bwMode="auto">
          <a:xfrm>
            <a:off x="4337658" y="579204"/>
            <a:ext cx="1323101" cy="1259717"/>
          </a:xfrm>
          <a:prstGeom prst="rect">
            <a:avLst/>
          </a:prstGeom>
          <a:noFill/>
          <a:ln>
            <a:noFill/>
          </a:ln>
          <a:scene3d>
            <a:camera prst="isometricOffAxis2Left"/>
            <a:lightRig rig="threePt" dir="t"/>
          </a:scene3d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D77A8291-DE16-495E-9D73-0B9B9573056C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9490" t="20207" r="82248" b="66390"/>
          <a:stretch>
            <a:fillRect/>
          </a:stretch>
        </p:blipFill>
        <p:spPr>
          <a:xfrm>
            <a:off x="4217506" y="1329574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122B2787-698E-48EF-ACB5-242D83F30ADD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5288" t="53704" r="4310" b="6555"/>
          <a:stretch>
            <a:fillRect/>
          </a:stretch>
        </p:blipFill>
        <p:spPr>
          <a:xfrm>
            <a:off x="4221857" y="1086621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0" name="Picture 149" descr="A blue and white explosion&#10;&#10;AI-generated content may be incorrect.">
            <a:extLst>
              <a:ext uri="{FF2B5EF4-FFF2-40B4-BE49-F238E27FC236}">
                <a16:creationId xmlns:a16="http://schemas.microsoft.com/office/drawing/2014/main" id="{8F188547-2C13-439F-9CBC-ECA37961711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507" y="843668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1" name="Right Brace 150">
            <a:extLst>
              <a:ext uri="{FF2B5EF4-FFF2-40B4-BE49-F238E27FC236}">
                <a16:creationId xmlns:a16="http://schemas.microsoft.com/office/drawing/2014/main" id="{A99C39FA-6414-4605-AB21-136863ACD826}"/>
              </a:ext>
            </a:extLst>
          </p:cNvPr>
          <p:cNvSpPr/>
          <p:nvPr/>
        </p:nvSpPr>
        <p:spPr>
          <a:xfrm>
            <a:off x="4467268" y="843668"/>
            <a:ext cx="124460" cy="681168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2" name="Picture 151" descr="A group of blue lights&#10;&#10;AI-generated content may be incorrect.">
            <a:extLst>
              <a:ext uri="{FF2B5EF4-FFF2-40B4-BE49-F238E27FC236}">
                <a16:creationId xmlns:a16="http://schemas.microsoft.com/office/drawing/2014/main" id="{614E2716-2D1F-4515-9008-81AD63D544C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731" y="843668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49A6961A-6E3C-46D3-A908-59E2021EE3F9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9397" t="57522" r="82154" b="28770"/>
          <a:stretch>
            <a:fillRect/>
          </a:stretch>
        </p:blipFill>
        <p:spPr>
          <a:xfrm>
            <a:off x="5496035" y="1327056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9811BF41-D2A5-405E-9279-E200D1426B46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5204" t="53664" r="54394" b="6594"/>
          <a:stretch>
            <a:fillRect/>
          </a:stretch>
        </p:blipFill>
        <p:spPr>
          <a:xfrm>
            <a:off x="5498731" y="1086621"/>
            <a:ext cx="205087" cy="195262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5" name="Right Brace 154">
            <a:extLst>
              <a:ext uri="{FF2B5EF4-FFF2-40B4-BE49-F238E27FC236}">
                <a16:creationId xmlns:a16="http://schemas.microsoft.com/office/drawing/2014/main" id="{5FB731B2-7B59-46AC-ABE5-767AF672E5F9}"/>
              </a:ext>
            </a:extLst>
          </p:cNvPr>
          <p:cNvSpPr/>
          <p:nvPr/>
        </p:nvSpPr>
        <p:spPr>
          <a:xfrm>
            <a:off x="5308187" y="843668"/>
            <a:ext cx="124460" cy="681168"/>
          </a:xfrm>
          <a:prstGeom prst="rightBrace">
            <a:avLst/>
          </a:prstGeom>
          <a:ln>
            <a:solidFill>
              <a:schemeClr val="tx1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3502BF4-7F58-43FB-A229-95C40D65604D}"/>
              </a:ext>
            </a:extLst>
          </p:cNvPr>
          <p:cNvSpPr txBox="1"/>
          <p:nvPr/>
        </p:nvSpPr>
        <p:spPr>
          <a:xfrm>
            <a:off x="4511194" y="1519966"/>
            <a:ext cx="1026212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Denoised representation</a:t>
            </a:r>
          </a:p>
        </p:txBody>
      </p:sp>
      <p:pic>
        <p:nvPicPr>
          <p:cNvPr id="157" name="Picture 10">
            <a:extLst>
              <a:ext uri="{FF2B5EF4-FFF2-40B4-BE49-F238E27FC236}">
                <a16:creationId xmlns:a16="http://schemas.microsoft.com/office/drawing/2014/main" id="{9B3B6EFC-54A4-4366-9749-20EB5F7E0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087180" y="1523375"/>
            <a:ext cx="1165078" cy="132042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Picture 157" descr="A blue and white explosion&#10;&#10;AI-generated content may be incorrect.">
            <a:extLst>
              <a:ext uri="{FF2B5EF4-FFF2-40B4-BE49-F238E27FC236}">
                <a16:creationId xmlns:a16="http://schemas.microsoft.com/office/drawing/2014/main" id="{FBFDBAD3-EBB9-44C6-831B-920172DFA86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463" y="2024315"/>
            <a:ext cx="269331" cy="256428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chemeClr val="tx1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7750460F-9D99-488D-9B6E-7C170B124625}"/>
              </a:ext>
            </a:extLst>
          </p:cNvPr>
          <p:cNvSpPr txBox="1"/>
          <p:nvPr/>
        </p:nvSpPr>
        <p:spPr>
          <a:xfrm>
            <a:off x="5879181" y="1000712"/>
            <a:ext cx="1136131" cy="461665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Pretraining</a:t>
            </a:r>
          </a:p>
          <a:p>
            <a:pPr algn="ctr"/>
            <a:r>
              <a:rPr lang="en-US" sz="1200" b="1" dirty="0"/>
              <a:t>stage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AD86416-E516-400F-AA9D-E7640EAEFA5C}"/>
              </a:ext>
            </a:extLst>
          </p:cNvPr>
          <p:cNvSpPr txBox="1"/>
          <p:nvPr/>
        </p:nvSpPr>
        <p:spPr>
          <a:xfrm>
            <a:off x="4088484" y="1846654"/>
            <a:ext cx="861925" cy="461665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Finetuning</a:t>
            </a:r>
          </a:p>
          <a:p>
            <a:pPr algn="ctr"/>
            <a:r>
              <a:rPr lang="en-US" sz="1200" b="1" dirty="0"/>
              <a:t>stage</a:t>
            </a:r>
          </a:p>
        </p:txBody>
      </p:sp>
      <p:pic>
        <p:nvPicPr>
          <p:cNvPr id="161" name="Picture 8" descr="Regression - Free business and finance icons">
            <a:extLst>
              <a:ext uri="{FF2B5EF4-FFF2-40B4-BE49-F238E27FC236}">
                <a16:creationId xmlns:a16="http://schemas.microsoft.com/office/drawing/2014/main" id="{54675504-E1A8-4DA1-981C-A62022738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643" y="1861810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Picture 10" descr="Noise Reduction Icon SVG Vector &amp; PNG Free Download | UXWing">
            <a:extLst>
              <a:ext uri="{FF2B5EF4-FFF2-40B4-BE49-F238E27FC236}">
                <a16:creationId xmlns:a16="http://schemas.microsoft.com/office/drawing/2014/main" id="{BBE70150-ECCE-4388-BFDB-47CAEFA89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066305" y="2092765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Picture 12" descr="Classification Icons - Free SVG &amp; PNG Classification Images - Noun Project">
            <a:extLst>
              <a:ext uri="{FF2B5EF4-FFF2-40B4-BE49-F238E27FC236}">
                <a16:creationId xmlns:a16="http://schemas.microsoft.com/office/drawing/2014/main" id="{077DDFD7-2E03-4408-BF90-1F0D7D817B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0" t="12188" r="11792" b="10972"/>
          <a:stretch>
            <a:fillRect/>
          </a:stretch>
        </p:blipFill>
        <p:spPr bwMode="auto">
          <a:xfrm>
            <a:off x="6066305" y="2323210"/>
            <a:ext cx="205087" cy="195262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302244D3-2BEB-4BDD-B52B-0247DD2AF81D}"/>
              </a:ext>
            </a:extLst>
          </p:cNvPr>
          <p:cNvSpPr txBox="1"/>
          <p:nvPr/>
        </p:nvSpPr>
        <p:spPr>
          <a:xfrm>
            <a:off x="6271391" y="1859772"/>
            <a:ext cx="763351" cy="246221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b="1" dirty="0"/>
              <a:t>Regression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12C840C-D3B8-46F7-8CCA-B5866C3EB69E}"/>
              </a:ext>
            </a:extLst>
          </p:cNvPr>
          <p:cNvSpPr txBox="1"/>
          <p:nvPr/>
        </p:nvSpPr>
        <p:spPr>
          <a:xfrm>
            <a:off x="6274048" y="2083099"/>
            <a:ext cx="712054" cy="246221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b="1" dirty="0"/>
              <a:t>Denoising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3573C31-AF0C-44E5-8D02-4FF8EBB22344}"/>
              </a:ext>
            </a:extLst>
          </p:cNvPr>
          <p:cNvSpPr txBox="1"/>
          <p:nvPr/>
        </p:nvSpPr>
        <p:spPr>
          <a:xfrm>
            <a:off x="6274565" y="2311210"/>
            <a:ext cx="883575" cy="246221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en-US" sz="1000" b="1" dirty="0"/>
              <a:t>Classification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DABC21E1-1CE9-44F1-8097-33C7A22F3793}"/>
              </a:ext>
            </a:extLst>
          </p:cNvPr>
          <p:cNvSpPr/>
          <p:nvPr/>
        </p:nvSpPr>
        <p:spPr>
          <a:xfrm>
            <a:off x="7318140" y="489953"/>
            <a:ext cx="4085656" cy="238628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sysDot"/>
            <a:miter lim="800000"/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4DB1046-8A88-4102-8EFB-63210FA6602B}"/>
              </a:ext>
            </a:extLst>
          </p:cNvPr>
          <p:cNvSpPr/>
          <p:nvPr/>
        </p:nvSpPr>
        <p:spPr>
          <a:xfrm>
            <a:off x="8665552" y="134554"/>
            <a:ext cx="1387120" cy="39513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Deployment &amp; applications</a:t>
            </a: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CE853B4F-F95C-4301-BF52-C93DA14D0FAD}"/>
              </a:ext>
            </a:extLst>
          </p:cNvPr>
          <p:cNvCxnSpPr>
            <a:cxnSpLocks/>
          </p:cNvCxnSpPr>
          <p:nvPr/>
        </p:nvCxnSpPr>
        <p:spPr>
          <a:xfrm>
            <a:off x="9334519" y="1200871"/>
            <a:ext cx="260574" cy="1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41D07AD-B3F9-479B-9770-5A95722895A4}"/>
              </a:ext>
            </a:extLst>
          </p:cNvPr>
          <p:cNvCxnSpPr>
            <a:cxnSpLocks/>
          </p:cNvCxnSpPr>
          <p:nvPr/>
        </p:nvCxnSpPr>
        <p:spPr>
          <a:xfrm>
            <a:off x="9647123" y="1325361"/>
            <a:ext cx="14804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329AD0A8-F484-4AFD-A596-9A000E5BADDF}"/>
              </a:ext>
            </a:extLst>
          </p:cNvPr>
          <p:cNvSpPr txBox="1"/>
          <p:nvPr/>
        </p:nvSpPr>
        <p:spPr>
          <a:xfrm>
            <a:off x="8590132" y="1268626"/>
            <a:ext cx="1063276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Big foundation model on cloud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5D6240D-5ACB-4316-9719-3F67E2309D26}"/>
              </a:ext>
            </a:extLst>
          </p:cNvPr>
          <p:cNvSpPr txBox="1"/>
          <p:nvPr/>
        </p:nvSpPr>
        <p:spPr>
          <a:xfrm>
            <a:off x="7509471" y="1213114"/>
            <a:ext cx="1544146" cy="246221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000" b="1" dirty="0"/>
              <a:t>Processed data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FD17C55-659B-4B37-A237-CEE770C93A05}"/>
              </a:ext>
            </a:extLst>
          </p:cNvPr>
          <p:cNvSpPr txBox="1"/>
          <p:nvPr/>
        </p:nvSpPr>
        <p:spPr>
          <a:xfrm>
            <a:off x="9828111" y="1412903"/>
            <a:ext cx="1163016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Small edge model for adaption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96139D4-D5E4-4F9F-9D1B-F36557700643}"/>
              </a:ext>
            </a:extLst>
          </p:cNvPr>
          <p:cNvSpPr txBox="1"/>
          <p:nvPr/>
        </p:nvSpPr>
        <p:spPr>
          <a:xfrm>
            <a:off x="7404471" y="2108423"/>
            <a:ext cx="1231570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err="1"/>
              <a:t>Moclassificationdulation</a:t>
            </a:r>
            <a:endParaRPr lang="en-US" sz="1000" b="1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717DCC1-F5E5-4F87-AB24-36BBD94F0C53}"/>
              </a:ext>
            </a:extLst>
          </p:cNvPr>
          <p:cNvSpPr txBox="1"/>
          <p:nvPr/>
        </p:nvSpPr>
        <p:spPr>
          <a:xfrm>
            <a:off x="9337635" y="2397265"/>
            <a:ext cx="747847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Spectrum sensing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35EF769-EF53-453B-A4DA-55D4B4184E12}"/>
              </a:ext>
            </a:extLst>
          </p:cNvPr>
          <p:cNvSpPr txBox="1"/>
          <p:nvPr/>
        </p:nvSpPr>
        <p:spPr>
          <a:xfrm>
            <a:off x="8500101" y="2264719"/>
            <a:ext cx="747847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Channel prediction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E0B4F37-5578-4B7B-9BD2-25937335412D}"/>
              </a:ext>
            </a:extLst>
          </p:cNvPr>
          <p:cNvSpPr txBox="1"/>
          <p:nvPr/>
        </p:nvSpPr>
        <p:spPr>
          <a:xfrm>
            <a:off x="10169245" y="2532891"/>
            <a:ext cx="747847" cy="400110"/>
          </a:xfrm>
          <a:prstGeom prst="rect">
            <a:avLst/>
          </a:prstGeom>
          <a:noFill/>
          <a:scene3d>
            <a:camera prst="isometricOffAxis2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Resource allocation</a:t>
            </a:r>
          </a:p>
        </p:txBody>
      </p:sp>
      <p:pic>
        <p:nvPicPr>
          <p:cNvPr id="182" name="Picture 181">
            <a:extLst>
              <a:ext uri="{FF2B5EF4-FFF2-40B4-BE49-F238E27FC236}">
                <a16:creationId xmlns:a16="http://schemas.microsoft.com/office/drawing/2014/main" id="{D2778375-DE66-4167-B65A-C584B1F97E9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314623" y="1526089"/>
            <a:ext cx="1272410" cy="727087"/>
          </a:xfrm>
          <a:prstGeom prst="rect">
            <a:avLst/>
          </a:prstGeom>
        </p:spPr>
      </p:pic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14A53D80-4A42-4119-98EA-8ABBB868DD1E}"/>
              </a:ext>
            </a:extLst>
          </p:cNvPr>
          <p:cNvCxnSpPr>
            <a:cxnSpLocks/>
          </p:cNvCxnSpPr>
          <p:nvPr/>
        </p:nvCxnSpPr>
        <p:spPr>
          <a:xfrm>
            <a:off x="9089971" y="1684876"/>
            <a:ext cx="0" cy="19362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7" name="Picture 186">
            <a:extLst>
              <a:ext uri="{FF2B5EF4-FFF2-40B4-BE49-F238E27FC236}">
                <a16:creationId xmlns:a16="http://schemas.microsoft.com/office/drawing/2014/main" id="{36E78568-04E0-4193-BBD9-65F9B18A7A3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8" t="16699" r="19716" b="17168"/>
          <a:stretch/>
        </p:blipFill>
        <p:spPr>
          <a:xfrm flipH="1">
            <a:off x="7782695" y="535750"/>
            <a:ext cx="626266" cy="666678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D6C79C9C-4B3D-4EA4-85EB-9660C80BD70A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65" t="18358" r="42122" b="18265"/>
          <a:stretch/>
        </p:blipFill>
        <p:spPr>
          <a:xfrm>
            <a:off x="8984255" y="620397"/>
            <a:ext cx="277339" cy="666677"/>
          </a:xfrm>
          <a:prstGeom prst="rect">
            <a:avLst/>
          </a:prstGeom>
        </p:spPr>
      </p:pic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B464925B-D3B9-434E-8F03-BBAF3F56D2AB}"/>
              </a:ext>
            </a:extLst>
          </p:cNvPr>
          <p:cNvCxnSpPr>
            <a:cxnSpLocks/>
          </p:cNvCxnSpPr>
          <p:nvPr/>
        </p:nvCxnSpPr>
        <p:spPr>
          <a:xfrm>
            <a:off x="8592431" y="1127868"/>
            <a:ext cx="260574" cy="19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  <a:scene3d>
            <a:camera prst="isometricOffAxis2Lef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>
            <a:extLst>
              <a:ext uri="{FF2B5EF4-FFF2-40B4-BE49-F238E27FC236}">
                <a16:creationId xmlns:a16="http://schemas.microsoft.com/office/drawing/2014/main" id="{24475EBE-EEC0-47FE-9747-C4BFEB79257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3592" y="1753993"/>
            <a:ext cx="1227786" cy="70159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EBD9BC77-A685-4C33-9C68-08B64AC8397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500" y="1888359"/>
            <a:ext cx="1107211" cy="632692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0D4C0C7-C9A4-4F7D-9690-CD00E5AB1F2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593" y="2008481"/>
            <a:ext cx="1101461" cy="629406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06233AB-6015-4744-BA8B-BCA17D8A0716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16" t="33407" r="37745" b="27771"/>
          <a:stretch/>
        </p:blipFill>
        <p:spPr>
          <a:xfrm>
            <a:off x="10124473" y="969694"/>
            <a:ext cx="597638" cy="39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87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AD784-81AC-3B52-1290-940E2E67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ell Tower outline">
            <a:extLst>
              <a:ext uri="{FF2B5EF4-FFF2-40B4-BE49-F238E27FC236}">
                <a16:creationId xmlns:a16="http://schemas.microsoft.com/office/drawing/2014/main" id="{0E4ECA0C-0642-5453-543E-594E611E4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934" y="777568"/>
            <a:ext cx="914400" cy="914400"/>
          </a:xfrm>
          <a:prstGeom prst="rect">
            <a:avLst/>
          </a:prstGeom>
        </p:spPr>
      </p:pic>
      <p:pic>
        <p:nvPicPr>
          <p:cNvPr id="6" name="Graphic 5" descr="Cell Tower outline">
            <a:extLst>
              <a:ext uri="{FF2B5EF4-FFF2-40B4-BE49-F238E27FC236}">
                <a16:creationId xmlns:a16="http://schemas.microsoft.com/office/drawing/2014/main" id="{E11355F9-403F-F771-2FB9-A9343A032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251" y="777568"/>
            <a:ext cx="914400" cy="914400"/>
          </a:xfrm>
          <a:prstGeom prst="rect">
            <a:avLst/>
          </a:prstGeom>
        </p:spPr>
      </p:pic>
      <p:pic>
        <p:nvPicPr>
          <p:cNvPr id="8" name="Graphic 7" descr="Smart Phone outline">
            <a:extLst>
              <a:ext uri="{FF2B5EF4-FFF2-40B4-BE49-F238E27FC236}">
                <a16:creationId xmlns:a16="http://schemas.microsoft.com/office/drawing/2014/main" id="{0BDB2DAB-618D-EEAD-971C-98D8693A3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6998" y="2066856"/>
            <a:ext cx="274320" cy="274320"/>
          </a:xfrm>
          <a:prstGeom prst="rect">
            <a:avLst/>
          </a:prstGeom>
        </p:spPr>
      </p:pic>
      <p:pic>
        <p:nvPicPr>
          <p:cNvPr id="9" name="Graphic 8" descr="Smart Phone outline">
            <a:extLst>
              <a:ext uri="{FF2B5EF4-FFF2-40B4-BE49-F238E27FC236}">
                <a16:creationId xmlns:a16="http://schemas.microsoft.com/office/drawing/2014/main" id="{0EEF9673-4186-F874-BE6D-A399511F2C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1664" y="2040872"/>
            <a:ext cx="274320" cy="274320"/>
          </a:xfrm>
          <a:prstGeom prst="rect">
            <a:avLst/>
          </a:prstGeom>
        </p:spPr>
      </p:pic>
      <p:pic>
        <p:nvPicPr>
          <p:cNvPr id="11" name="Graphic 10" descr="Man outline">
            <a:extLst>
              <a:ext uri="{FF2B5EF4-FFF2-40B4-BE49-F238E27FC236}">
                <a16:creationId xmlns:a16="http://schemas.microsoft.com/office/drawing/2014/main" id="{F7D60BC1-63F1-0B61-94E7-93487BACF2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192" y="2127706"/>
            <a:ext cx="914400" cy="914400"/>
          </a:xfrm>
          <a:prstGeom prst="rect">
            <a:avLst/>
          </a:prstGeom>
        </p:spPr>
      </p:pic>
      <p:pic>
        <p:nvPicPr>
          <p:cNvPr id="13" name="Graphic 12" descr="Woman outline">
            <a:extLst>
              <a:ext uri="{FF2B5EF4-FFF2-40B4-BE49-F238E27FC236}">
                <a16:creationId xmlns:a16="http://schemas.microsoft.com/office/drawing/2014/main" id="{9BECE9CB-911C-228E-458A-237DC83908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5280" y="2127706"/>
            <a:ext cx="914400" cy="914400"/>
          </a:xfrm>
          <a:prstGeom prst="rect">
            <a:avLst/>
          </a:prstGeom>
        </p:spPr>
      </p:pic>
      <p:pic>
        <p:nvPicPr>
          <p:cNvPr id="1030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22BA9DBF-5A9A-91F4-1149-892555EDC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760" y="1593375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Sound Wave Icon - Free PNG &amp; SVG 3999979 - Noun Project">
            <a:extLst>
              <a:ext uri="{FF2B5EF4-FFF2-40B4-BE49-F238E27FC236}">
                <a16:creationId xmlns:a16="http://schemas.microsoft.com/office/drawing/2014/main" id="{FBD9E406-2960-866C-07A0-36AB72C43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995" y="1610314"/>
            <a:ext cx="430558" cy="43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D04F33-963D-843A-106C-243B48BEA2BB}"/>
              </a:ext>
            </a:extLst>
          </p:cNvPr>
          <p:cNvSpPr/>
          <p:nvPr/>
        </p:nvSpPr>
        <p:spPr>
          <a:xfrm>
            <a:off x="423930" y="166556"/>
            <a:ext cx="3690492" cy="297344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F94B72D-CA85-A585-3764-72083D4AABD4}"/>
              </a:ext>
            </a:extLst>
          </p:cNvPr>
          <p:cNvCxnSpPr/>
          <p:nvPr/>
        </p:nvCxnSpPr>
        <p:spPr>
          <a:xfrm flipH="1" flipV="1">
            <a:off x="874192" y="1747802"/>
            <a:ext cx="169942" cy="379904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E37CD2-0AA4-48B9-8D8C-D46C55144AEF}"/>
              </a:ext>
            </a:extLst>
          </p:cNvPr>
          <p:cNvCxnSpPr>
            <a:cxnSpLocks/>
          </p:cNvCxnSpPr>
          <p:nvPr/>
        </p:nvCxnSpPr>
        <p:spPr>
          <a:xfrm flipH="1">
            <a:off x="3465076" y="1747802"/>
            <a:ext cx="212753" cy="38253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4F30803-CBE4-2ADC-C85D-88E944A6A569}"/>
              </a:ext>
            </a:extLst>
          </p:cNvPr>
          <p:cNvCxnSpPr/>
          <p:nvPr/>
        </p:nvCxnSpPr>
        <p:spPr>
          <a:xfrm>
            <a:off x="1710089" y="1288932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08AFE8B-4A64-5740-5AE8-AD7B5E063C3C}"/>
              </a:ext>
            </a:extLst>
          </p:cNvPr>
          <p:cNvSpPr/>
          <p:nvPr/>
        </p:nvSpPr>
        <p:spPr>
          <a:xfrm>
            <a:off x="1387297" y="247160"/>
            <a:ext cx="1763758" cy="5248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Wireless signal transmission</a:t>
            </a:r>
          </a:p>
        </p:txBody>
      </p:sp>
      <p:pic>
        <p:nvPicPr>
          <p:cNvPr id="3" name="Graphic 2" descr="Cell Tower outline">
            <a:extLst>
              <a:ext uri="{FF2B5EF4-FFF2-40B4-BE49-F238E27FC236}">
                <a16:creationId xmlns:a16="http://schemas.microsoft.com/office/drawing/2014/main" id="{2919C17C-014D-ECF3-8258-DCA321ABB6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202" y="2023933"/>
            <a:ext cx="914400" cy="914400"/>
          </a:xfrm>
          <a:prstGeom prst="rect">
            <a:avLst/>
          </a:prstGeom>
        </p:spPr>
      </p:pic>
      <p:pic>
        <p:nvPicPr>
          <p:cNvPr id="4" name="Graphic 3" descr="Cell Tower outline">
            <a:extLst>
              <a:ext uri="{FF2B5EF4-FFF2-40B4-BE49-F238E27FC236}">
                <a16:creationId xmlns:a16="http://schemas.microsoft.com/office/drawing/2014/main" id="{EF73A4E0-5290-304D-10AA-08CF47609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519" y="2023933"/>
            <a:ext cx="914400" cy="91440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4A8691-4BCA-7A0D-671F-99EDA9FB8CFA}"/>
              </a:ext>
            </a:extLst>
          </p:cNvPr>
          <p:cNvSpPr/>
          <p:nvPr/>
        </p:nvSpPr>
        <p:spPr>
          <a:xfrm>
            <a:off x="4186017" y="166556"/>
            <a:ext cx="3690492" cy="2973445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82EB206-388C-159E-3A57-2DDCF678E1FB}"/>
              </a:ext>
            </a:extLst>
          </p:cNvPr>
          <p:cNvCxnSpPr/>
          <p:nvPr/>
        </p:nvCxnSpPr>
        <p:spPr>
          <a:xfrm>
            <a:off x="5424789" y="2584906"/>
            <a:ext cx="1249900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C96F3D0-E910-624A-3D2A-E383651F9E73}"/>
              </a:ext>
            </a:extLst>
          </p:cNvPr>
          <p:cNvSpPr/>
          <p:nvPr/>
        </p:nvSpPr>
        <p:spPr>
          <a:xfrm>
            <a:off x="5149384" y="247160"/>
            <a:ext cx="1763758" cy="5248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Environmental noise addition</a:t>
            </a:r>
          </a:p>
        </p:txBody>
      </p:sp>
      <p:pic>
        <p:nvPicPr>
          <p:cNvPr id="1026" name="Picture 2" descr="Noise pollution - Free ecology and environment icons">
            <a:extLst>
              <a:ext uri="{FF2B5EF4-FFF2-40B4-BE49-F238E27FC236}">
                <a16:creationId xmlns:a16="http://schemas.microsoft.com/office/drawing/2014/main" id="{F378A68A-0ADB-AA46-2285-16E0534F9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55" y="994306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ise - Free architecture and city icons">
            <a:extLst>
              <a:ext uri="{FF2B5EF4-FFF2-40B4-BE49-F238E27FC236}">
                <a16:creationId xmlns:a16="http://schemas.microsoft.com/office/drawing/2014/main" id="{6794D626-ECC7-C120-97DB-8547527EF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543447" y="975722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magnetic Interference Icons - Free SVG &amp; PNG Electromagnetic  Interference Images - Noun Project">
            <a:extLst>
              <a:ext uri="{FF2B5EF4-FFF2-40B4-BE49-F238E27FC236}">
                <a16:creationId xmlns:a16="http://schemas.microsoft.com/office/drawing/2014/main" id="{6ED4F2B0-7317-A6F3-038D-FAEE60014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739" y="99109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raffic jam honking cars noise waves line icon illustration 67677583 Vector  Art at Vecteezy">
            <a:extLst>
              <a:ext uri="{FF2B5EF4-FFF2-40B4-BE49-F238E27FC236}">
                <a16:creationId xmlns:a16="http://schemas.microsoft.com/office/drawing/2014/main" id="{8BFDFEF0-2A74-5D93-8482-133EAB494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4" t="15402" r="14407" b="12820"/>
          <a:stretch>
            <a:fillRect/>
          </a:stretch>
        </p:blipFill>
        <p:spPr bwMode="auto">
          <a:xfrm>
            <a:off x="6539817" y="991098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3926C2-3B49-5D9B-4688-D4A28A256BEF}"/>
              </a:ext>
            </a:extLst>
          </p:cNvPr>
          <p:cNvCxnSpPr>
            <a:cxnSpLocks/>
          </p:cNvCxnSpPr>
          <p:nvPr/>
        </p:nvCxnSpPr>
        <p:spPr>
          <a:xfrm flipH="1">
            <a:off x="6482465" y="1616703"/>
            <a:ext cx="161885" cy="340797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8DECD31-25B3-1924-4A88-DA23E90E2052}"/>
              </a:ext>
            </a:extLst>
          </p:cNvPr>
          <p:cNvCxnSpPr>
            <a:cxnSpLocks/>
          </p:cNvCxnSpPr>
          <p:nvPr/>
        </p:nvCxnSpPr>
        <p:spPr>
          <a:xfrm>
            <a:off x="5411149" y="1621530"/>
            <a:ext cx="132993" cy="33250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F1FB79B-4F8F-419A-946B-8D92F4FE83A6}"/>
              </a:ext>
            </a:extLst>
          </p:cNvPr>
          <p:cNvSpPr/>
          <p:nvPr/>
        </p:nvSpPr>
        <p:spPr>
          <a:xfrm>
            <a:off x="423930" y="3195835"/>
            <a:ext cx="3690492" cy="297344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94E759-D708-5371-8EFE-92247B2EFE73}"/>
              </a:ext>
            </a:extLst>
          </p:cNvPr>
          <p:cNvSpPr/>
          <p:nvPr/>
        </p:nvSpPr>
        <p:spPr>
          <a:xfrm>
            <a:off x="1387297" y="3276439"/>
            <a:ext cx="1763758" cy="524813"/>
          </a:xfrm>
          <a:prstGeom prst="rect">
            <a:avLst/>
          </a:prstGeom>
          <a:solidFill>
            <a:srgbClr val="FFD9D9"/>
          </a:solidFill>
          <a:ln>
            <a:solidFill>
              <a:srgbClr val="FF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Resilient foundation models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7EF1743-6560-0B86-214C-9831FDE6DD77}"/>
              </a:ext>
            </a:extLst>
          </p:cNvPr>
          <p:cNvSpPr/>
          <p:nvPr/>
        </p:nvSpPr>
        <p:spPr>
          <a:xfrm>
            <a:off x="4186017" y="3195835"/>
            <a:ext cx="3690492" cy="2973445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954A75C-E6F6-BD86-8BD9-27CA34C62576}"/>
              </a:ext>
            </a:extLst>
          </p:cNvPr>
          <p:cNvSpPr/>
          <p:nvPr/>
        </p:nvSpPr>
        <p:spPr>
          <a:xfrm>
            <a:off x="5149384" y="3276439"/>
            <a:ext cx="1763758" cy="52481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Deployment &amp; applications</a:t>
            </a:r>
          </a:p>
        </p:txBody>
      </p:sp>
      <p:pic>
        <p:nvPicPr>
          <p:cNvPr id="1025" name="Picture 4" descr="LF AI &amp; Data Foundation Logos and Artwork - NNStreamer">
            <a:extLst>
              <a:ext uri="{FF2B5EF4-FFF2-40B4-BE49-F238E27FC236}">
                <a16:creationId xmlns:a16="http://schemas.microsoft.com/office/drawing/2014/main" id="{DFD78740-6DD6-5855-5F71-563A54D5F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" r="3449"/>
          <a:stretch>
            <a:fillRect/>
          </a:stretch>
        </p:blipFill>
        <p:spPr bwMode="auto">
          <a:xfrm>
            <a:off x="1178420" y="4069529"/>
            <a:ext cx="731520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76FAE-38B2-8706-D949-203B9A46F9E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172" y="893129"/>
            <a:ext cx="1682241" cy="2284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2837E9-9139-F350-3E7E-0E4CC79D3F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40" y="2100829"/>
            <a:ext cx="1682241" cy="41132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CBF5DC-DD95-DB9C-E441-192B89CF536F}"/>
              </a:ext>
            </a:extLst>
          </p:cNvPr>
          <p:cNvSpPr/>
          <p:nvPr/>
        </p:nvSpPr>
        <p:spPr>
          <a:xfrm>
            <a:off x="7948104" y="166556"/>
            <a:ext cx="3690492" cy="2973445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38DA00C-E5AC-5E03-9015-79E4023CB54A}"/>
              </a:ext>
            </a:extLst>
          </p:cNvPr>
          <p:cNvSpPr/>
          <p:nvPr/>
        </p:nvSpPr>
        <p:spPr>
          <a:xfrm>
            <a:off x="7948104" y="3195834"/>
            <a:ext cx="3690492" cy="2973445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ot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E868FD-0A1B-C2E7-3E0F-4B62F6924078}"/>
              </a:ext>
            </a:extLst>
          </p:cNvPr>
          <p:cNvSpPr/>
          <p:nvPr/>
        </p:nvSpPr>
        <p:spPr>
          <a:xfrm>
            <a:off x="8911470" y="244340"/>
            <a:ext cx="1763758" cy="5248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Preprocessing unlabeled signals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045086C-3CB9-E9CD-9919-CB78A74D78C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228" y="893129"/>
            <a:ext cx="1682241" cy="228434"/>
          </a:xfrm>
          <a:prstGeom prst="rect">
            <a:avLst/>
          </a:prstGeom>
        </p:spPr>
      </p:pic>
      <p:pic>
        <p:nvPicPr>
          <p:cNvPr id="29" name="Picture 28" descr="A group of blue lights&#10;&#10;AI-generated content may be incorrect.">
            <a:extLst>
              <a:ext uri="{FF2B5EF4-FFF2-40B4-BE49-F238E27FC236}">
                <a16:creationId xmlns:a16="http://schemas.microsoft.com/office/drawing/2014/main" id="{1EE39A0B-9F7D-E8B0-794A-0C26B452223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470" y="1583672"/>
            <a:ext cx="457200" cy="457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4D912D7-2319-62D0-B42E-C003F757CE47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9397" t="57522" r="82154" b="28770"/>
          <a:stretch>
            <a:fillRect/>
          </a:stretch>
        </p:blipFill>
        <p:spPr>
          <a:xfrm>
            <a:off x="10599952" y="1583672"/>
            <a:ext cx="457200" cy="457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42AEC90-BA76-F4B8-D1BD-1188E8677171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9490" t="20207" r="82248" b="66390"/>
          <a:stretch>
            <a:fillRect/>
          </a:stretch>
        </p:blipFill>
        <p:spPr>
          <a:xfrm>
            <a:off x="10599952" y="2160091"/>
            <a:ext cx="457200" cy="457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42A3CB7-369D-863F-57C9-8D9BBDB3A27C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204" t="53664" r="54394" b="6594"/>
          <a:stretch>
            <a:fillRect/>
          </a:stretch>
        </p:blipFill>
        <p:spPr>
          <a:xfrm>
            <a:off x="9755711" y="1583672"/>
            <a:ext cx="457200" cy="4572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61E0843-7512-92A9-1EF0-2CDFD8460E3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5288" t="53704" r="4310" b="6555"/>
          <a:stretch>
            <a:fillRect/>
          </a:stretch>
        </p:blipFill>
        <p:spPr>
          <a:xfrm>
            <a:off x="9755711" y="2152416"/>
            <a:ext cx="457200" cy="457200"/>
          </a:xfrm>
          <a:prstGeom prst="rect">
            <a:avLst/>
          </a:prstGeom>
        </p:spPr>
      </p:pic>
      <p:pic>
        <p:nvPicPr>
          <p:cNvPr id="37" name="Picture 36" descr="A blue and white explosion&#10;&#10;AI-generated content may be incorrect.">
            <a:extLst>
              <a:ext uri="{FF2B5EF4-FFF2-40B4-BE49-F238E27FC236}">
                <a16:creationId xmlns:a16="http://schemas.microsoft.com/office/drawing/2014/main" id="{ADDF742D-9F92-DE94-96FA-07F0892715F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470" y="2152416"/>
            <a:ext cx="457200" cy="4572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43C0C05-2DFD-6B6A-AF4B-D4DB45143D92}"/>
              </a:ext>
            </a:extLst>
          </p:cNvPr>
          <p:cNvSpPr txBox="1"/>
          <p:nvPr/>
        </p:nvSpPr>
        <p:spPr>
          <a:xfrm>
            <a:off x="8132420" y="1602462"/>
            <a:ext cx="6944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Original signal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681600-62A5-C590-F91B-C9D186578885}"/>
              </a:ext>
            </a:extLst>
          </p:cNvPr>
          <p:cNvSpPr txBox="1"/>
          <p:nvPr/>
        </p:nvSpPr>
        <p:spPr>
          <a:xfrm>
            <a:off x="8143133" y="2180942"/>
            <a:ext cx="69674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Noisy signal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2BCD1D-F609-2F2A-1C59-D34A79D46279}"/>
              </a:ext>
            </a:extLst>
          </p:cNvPr>
          <p:cNvSpPr txBox="1"/>
          <p:nvPr/>
        </p:nvSpPr>
        <p:spPr>
          <a:xfrm>
            <a:off x="8672634" y="2643463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Constellation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661115-AB07-BE32-91A3-4263ACAEF8D0}"/>
              </a:ext>
            </a:extLst>
          </p:cNvPr>
          <p:cNvSpPr txBox="1"/>
          <p:nvPr/>
        </p:nvSpPr>
        <p:spPr>
          <a:xfrm>
            <a:off x="9642406" y="2643462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Scalogram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248979-23DD-ED28-8599-6710F0517A11}"/>
              </a:ext>
            </a:extLst>
          </p:cNvPr>
          <p:cNvSpPr txBox="1"/>
          <p:nvPr/>
        </p:nvSpPr>
        <p:spPr>
          <a:xfrm>
            <a:off x="10396364" y="2643461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Reshaped signal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B3D238-B9B4-EE64-7AF1-74F868E4F077}"/>
              </a:ext>
            </a:extLst>
          </p:cNvPr>
          <p:cNvCxnSpPr>
            <a:cxnSpLocks/>
          </p:cNvCxnSpPr>
          <p:nvPr/>
        </p:nvCxnSpPr>
        <p:spPr>
          <a:xfrm>
            <a:off x="9788521" y="1198829"/>
            <a:ext cx="0" cy="234093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>
            <a:extLst>
              <a:ext uri="{FF2B5EF4-FFF2-40B4-BE49-F238E27FC236}">
                <a16:creationId xmlns:a16="http://schemas.microsoft.com/office/drawing/2014/main" id="{E4D2198A-5C11-8BE8-D4E5-169B6486EA77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9490" t="20207" r="82248" b="66390"/>
          <a:stretch>
            <a:fillRect/>
          </a:stretch>
        </p:blipFill>
        <p:spPr>
          <a:xfrm>
            <a:off x="713426" y="4603770"/>
            <a:ext cx="228600" cy="2286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E9D6120-A7EC-3CAD-4C51-1E3C311C597B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5288" t="53704" r="4310" b="6555"/>
          <a:stretch>
            <a:fillRect/>
          </a:stretch>
        </p:blipFill>
        <p:spPr>
          <a:xfrm>
            <a:off x="718276" y="4319336"/>
            <a:ext cx="228600" cy="228600"/>
          </a:xfrm>
          <a:prstGeom prst="rect">
            <a:avLst/>
          </a:prstGeom>
        </p:spPr>
      </p:pic>
      <p:pic>
        <p:nvPicPr>
          <p:cNvPr id="48" name="Picture 47" descr="A blue and white explosion&#10;&#10;AI-generated content may be incorrect.">
            <a:extLst>
              <a:ext uri="{FF2B5EF4-FFF2-40B4-BE49-F238E27FC236}">
                <a16:creationId xmlns:a16="http://schemas.microsoft.com/office/drawing/2014/main" id="{AEF6DD91-0202-E696-1920-0C591EA878B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7" y="4034902"/>
            <a:ext cx="228600" cy="228600"/>
          </a:xfrm>
          <a:prstGeom prst="rect">
            <a:avLst/>
          </a:prstGeom>
        </p:spPr>
      </p:pic>
      <p:sp>
        <p:nvSpPr>
          <p:cNvPr id="50" name="Right Brace 49">
            <a:extLst>
              <a:ext uri="{FF2B5EF4-FFF2-40B4-BE49-F238E27FC236}">
                <a16:creationId xmlns:a16="http://schemas.microsoft.com/office/drawing/2014/main" id="{D1B9B79C-01BE-8DAA-D44A-39BBE88B70FE}"/>
              </a:ext>
            </a:extLst>
          </p:cNvPr>
          <p:cNvSpPr/>
          <p:nvPr/>
        </p:nvSpPr>
        <p:spPr>
          <a:xfrm>
            <a:off x="991823" y="4034902"/>
            <a:ext cx="138730" cy="79746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50" descr="A group of blue lights&#10;&#10;AI-generated content may be incorrect.">
            <a:extLst>
              <a:ext uri="{FF2B5EF4-FFF2-40B4-BE49-F238E27FC236}">
                <a16:creationId xmlns:a16="http://schemas.microsoft.com/office/drawing/2014/main" id="{DDA3B6BC-F782-D155-6B52-E12658E7BB7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545" y="4034902"/>
            <a:ext cx="228600" cy="2286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F9BC0DE-2CF8-B4B0-3087-0D1A9BFF31F7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9397" t="57522" r="82154" b="28770"/>
          <a:stretch>
            <a:fillRect/>
          </a:stretch>
        </p:blipFill>
        <p:spPr>
          <a:xfrm>
            <a:off x="2138540" y="4600822"/>
            <a:ext cx="228600" cy="228600"/>
          </a:xfrm>
          <a:prstGeom prst="rect">
            <a:avLst/>
          </a:prstGeom>
        </p:spPr>
      </p:pic>
      <p:pic>
        <p:nvPicPr>
          <p:cNvPr id="1029" name="Picture 1028">
            <a:extLst>
              <a:ext uri="{FF2B5EF4-FFF2-40B4-BE49-F238E27FC236}">
                <a16:creationId xmlns:a16="http://schemas.microsoft.com/office/drawing/2014/main" id="{B6029584-2F98-AAC6-33EF-4F8CD393E844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204" t="53664" r="54394" b="6594"/>
          <a:stretch>
            <a:fillRect/>
          </a:stretch>
        </p:blipFill>
        <p:spPr>
          <a:xfrm>
            <a:off x="2141545" y="4319336"/>
            <a:ext cx="228600" cy="228600"/>
          </a:xfrm>
          <a:prstGeom prst="rect">
            <a:avLst/>
          </a:prstGeom>
        </p:spPr>
      </p:pic>
      <p:sp>
        <p:nvSpPr>
          <p:cNvPr id="1031" name="Right Brace 1030">
            <a:extLst>
              <a:ext uri="{FF2B5EF4-FFF2-40B4-BE49-F238E27FC236}">
                <a16:creationId xmlns:a16="http://schemas.microsoft.com/office/drawing/2014/main" id="{82314723-F134-CE9A-33E6-41FAE659441B}"/>
              </a:ext>
            </a:extLst>
          </p:cNvPr>
          <p:cNvSpPr/>
          <p:nvPr/>
        </p:nvSpPr>
        <p:spPr>
          <a:xfrm>
            <a:off x="1929155" y="4034902"/>
            <a:ext cx="138730" cy="79746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CA4F9042-6B77-61F1-F0E7-AD794EC50CD2}"/>
              </a:ext>
            </a:extLst>
          </p:cNvPr>
          <p:cNvSpPr txBox="1"/>
          <p:nvPr/>
        </p:nvSpPr>
        <p:spPr>
          <a:xfrm>
            <a:off x="1040786" y="4826669"/>
            <a:ext cx="1020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Denoised representation</a:t>
            </a:r>
          </a:p>
        </p:txBody>
      </p:sp>
      <p:pic>
        <p:nvPicPr>
          <p:cNvPr id="1033" name="Picture 10" descr="Deep learning - Free electronics icons">
            <a:extLst>
              <a:ext uri="{FF2B5EF4-FFF2-40B4-BE49-F238E27FC236}">
                <a16:creationId xmlns:a16="http://schemas.microsoft.com/office/drawing/2014/main" id="{393C23C6-1E92-CD12-ED5E-DDFADCA06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090" y="5327476"/>
            <a:ext cx="548640" cy="548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86C59BF3-ADE4-435B-C5ED-51DFB7F2AB7D}"/>
              </a:ext>
            </a:extLst>
          </p:cNvPr>
          <p:cNvCxnSpPr>
            <a:cxnSpLocks/>
          </p:cNvCxnSpPr>
          <p:nvPr/>
        </p:nvCxnSpPr>
        <p:spPr>
          <a:xfrm>
            <a:off x="2020778" y="4964544"/>
            <a:ext cx="178716" cy="212542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9" name="Picture 1038" descr="A blue and white explosion&#10;&#10;AI-generated content may be incorrect.">
            <a:extLst>
              <a:ext uri="{FF2B5EF4-FFF2-40B4-BE49-F238E27FC236}">
                <a16:creationId xmlns:a16="http://schemas.microsoft.com/office/drawing/2014/main" id="{C1805ED6-FCAE-0EFE-7413-11C418DFDED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901" y="5478516"/>
            <a:ext cx="228600" cy="228600"/>
          </a:xfrm>
          <a:prstGeom prst="rect">
            <a:avLst/>
          </a:prstGeom>
        </p:spPr>
      </p:pic>
      <p:sp>
        <p:nvSpPr>
          <p:cNvPr id="1040" name="TextBox 1039">
            <a:extLst>
              <a:ext uri="{FF2B5EF4-FFF2-40B4-BE49-F238E27FC236}">
                <a16:creationId xmlns:a16="http://schemas.microsoft.com/office/drawing/2014/main" id="{994DADF6-AE0D-B2CF-2686-AD6E21A8E056}"/>
              </a:ext>
            </a:extLst>
          </p:cNvPr>
          <p:cNvSpPr txBox="1"/>
          <p:nvPr/>
        </p:nvSpPr>
        <p:spPr>
          <a:xfrm>
            <a:off x="2565613" y="4218760"/>
            <a:ext cx="96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Pretraining</a:t>
            </a:r>
          </a:p>
          <a:p>
            <a:pPr algn="ctr"/>
            <a:r>
              <a:rPr lang="en-US" sz="1200" dirty="0"/>
              <a:t>stage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6E52B243-EC2C-8C31-A1C4-89D70C067320}"/>
              </a:ext>
            </a:extLst>
          </p:cNvPr>
          <p:cNvSpPr txBox="1"/>
          <p:nvPr/>
        </p:nvSpPr>
        <p:spPr>
          <a:xfrm>
            <a:off x="553404" y="5370963"/>
            <a:ext cx="9607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Finetuning</a:t>
            </a:r>
          </a:p>
          <a:p>
            <a:pPr algn="ctr"/>
            <a:r>
              <a:rPr lang="en-US" sz="1200" dirty="0"/>
              <a:t>stage</a:t>
            </a:r>
          </a:p>
        </p:txBody>
      </p:sp>
      <p:pic>
        <p:nvPicPr>
          <p:cNvPr id="1042" name="Picture 8" descr="Regression - Free business and finance icons">
            <a:extLst>
              <a:ext uri="{FF2B5EF4-FFF2-40B4-BE49-F238E27FC236}">
                <a16:creationId xmlns:a16="http://schemas.microsoft.com/office/drawing/2014/main" id="{1AC5D4F1-AC5E-4F37-93A0-84E3680C3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9027" y="5226878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0" descr="Noise Reduction Icon SVG Vector &amp; PNG Free Download | UXWing">
            <a:extLst>
              <a:ext uri="{FF2B5EF4-FFF2-40B4-BE49-F238E27FC236}">
                <a16:creationId xmlns:a16="http://schemas.microsoft.com/office/drawing/2014/main" id="{B13F7B87-8BED-8E7A-D967-F36EFFEEB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74191" y="5497265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12" descr="Classification Icons - Free SVG &amp; PNG Classification Images - Noun Project">
            <a:extLst>
              <a:ext uri="{FF2B5EF4-FFF2-40B4-BE49-F238E27FC236}">
                <a16:creationId xmlns:a16="http://schemas.microsoft.com/office/drawing/2014/main" id="{7C4FF1A9-EE2F-C6EF-2269-98B6CD5687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0" t="12188" r="11792" b="10972"/>
          <a:stretch>
            <a:fillRect/>
          </a:stretch>
        </p:blipFill>
        <p:spPr bwMode="auto">
          <a:xfrm>
            <a:off x="2774191" y="5767055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5" name="TextBox 1044">
            <a:extLst>
              <a:ext uri="{FF2B5EF4-FFF2-40B4-BE49-F238E27FC236}">
                <a16:creationId xmlns:a16="http://schemas.microsoft.com/office/drawing/2014/main" id="{8A75DB9B-FA09-D711-747E-B3AA03B74DB0}"/>
              </a:ext>
            </a:extLst>
          </p:cNvPr>
          <p:cNvSpPr txBox="1"/>
          <p:nvPr/>
        </p:nvSpPr>
        <p:spPr>
          <a:xfrm>
            <a:off x="3002791" y="5224492"/>
            <a:ext cx="7986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Regression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B0664A61-A217-1070-13D0-8D79035C7B5D}"/>
              </a:ext>
            </a:extLst>
          </p:cNvPr>
          <p:cNvSpPr txBox="1"/>
          <p:nvPr/>
        </p:nvSpPr>
        <p:spPr>
          <a:xfrm>
            <a:off x="3005752" y="5485949"/>
            <a:ext cx="737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Denoising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0C00C9CE-38DF-E466-F75F-0AD2B8BA17B2}"/>
              </a:ext>
            </a:extLst>
          </p:cNvPr>
          <p:cNvSpPr txBox="1"/>
          <p:nvPr/>
        </p:nvSpPr>
        <p:spPr>
          <a:xfrm>
            <a:off x="3006329" y="5753006"/>
            <a:ext cx="9492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Classification</a:t>
            </a: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76C07BD-9D18-E801-879F-B51EE2E14E34}"/>
              </a:ext>
            </a:extLst>
          </p:cNvPr>
          <p:cNvSpPr/>
          <p:nvPr/>
        </p:nvSpPr>
        <p:spPr>
          <a:xfrm>
            <a:off x="8911470" y="3284854"/>
            <a:ext cx="1763758" cy="5248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Potential future research</a:t>
            </a:r>
          </a:p>
        </p:txBody>
      </p:sp>
      <p:pic>
        <p:nvPicPr>
          <p:cNvPr id="1051" name="Picture 14" descr="Data center - Free networking icons">
            <a:extLst>
              <a:ext uri="{FF2B5EF4-FFF2-40B4-BE49-F238E27FC236}">
                <a16:creationId xmlns:a16="http://schemas.microsoft.com/office/drawing/2014/main" id="{CF30E011-8B8D-C369-5424-F6B216026A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238" y="3951454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1054">
            <a:extLst>
              <a:ext uri="{FF2B5EF4-FFF2-40B4-BE49-F238E27FC236}">
                <a16:creationId xmlns:a16="http://schemas.microsoft.com/office/drawing/2014/main" id="{F3D70ACB-11A6-7871-F21E-9355A7C93F4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336481" y="4577962"/>
            <a:ext cx="274320" cy="274320"/>
          </a:xfrm>
          <a:prstGeom prst="rect">
            <a:avLst/>
          </a:prstGeom>
        </p:spPr>
      </p:pic>
      <p:pic>
        <p:nvPicPr>
          <p:cNvPr id="1056" name="Graphic 1055" descr="Cell Tower outline">
            <a:extLst>
              <a:ext uri="{FF2B5EF4-FFF2-40B4-BE49-F238E27FC236}">
                <a16:creationId xmlns:a16="http://schemas.microsoft.com/office/drawing/2014/main" id="{FA7C2C68-0A59-DED4-969C-8EDAADA74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3855" y="4577961"/>
            <a:ext cx="685800" cy="685800"/>
          </a:xfrm>
          <a:prstGeom prst="rect">
            <a:avLst/>
          </a:prstGeom>
        </p:spPr>
      </p:pic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42154D6F-ED84-D240-D34D-8727CBB1B562}"/>
              </a:ext>
            </a:extLst>
          </p:cNvPr>
          <p:cNvCxnSpPr>
            <a:cxnSpLocks/>
          </p:cNvCxnSpPr>
          <p:nvPr/>
        </p:nvCxnSpPr>
        <p:spPr>
          <a:xfrm>
            <a:off x="5147907" y="4433636"/>
            <a:ext cx="229390" cy="15441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238B246D-D0CD-BC97-FF54-9D9988FC5D22}"/>
              </a:ext>
            </a:extLst>
          </p:cNvPr>
          <p:cNvCxnSpPr>
            <a:cxnSpLocks/>
          </p:cNvCxnSpPr>
          <p:nvPr/>
        </p:nvCxnSpPr>
        <p:spPr>
          <a:xfrm>
            <a:off x="5884076" y="4655221"/>
            <a:ext cx="331326" cy="813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5A93D9BD-5786-17F7-833B-51923DA69FEC}"/>
              </a:ext>
            </a:extLst>
          </p:cNvPr>
          <p:cNvCxnSpPr>
            <a:cxnSpLocks/>
          </p:cNvCxnSpPr>
          <p:nvPr/>
        </p:nvCxnSpPr>
        <p:spPr>
          <a:xfrm flipH="1">
            <a:off x="5884076" y="4779711"/>
            <a:ext cx="312603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E5B3B11-79C3-C17C-A13B-950FFB3C339D}"/>
              </a:ext>
            </a:extLst>
          </p:cNvPr>
          <p:cNvSpPr txBox="1"/>
          <p:nvPr/>
        </p:nvSpPr>
        <p:spPr>
          <a:xfrm>
            <a:off x="5225005" y="3991704"/>
            <a:ext cx="1037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Big foundation model on cloud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40219350-BB0A-7197-7DF3-AA1AFA5D7229}"/>
              </a:ext>
            </a:extLst>
          </p:cNvPr>
          <p:cNvSpPr txBox="1"/>
          <p:nvPr/>
        </p:nvSpPr>
        <p:spPr>
          <a:xfrm>
            <a:off x="4178932" y="4409000"/>
            <a:ext cx="10491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Processed data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42BDCB42-F820-CCFB-37E7-6217A2FC07A2}"/>
              </a:ext>
            </a:extLst>
          </p:cNvPr>
          <p:cNvSpPr txBox="1"/>
          <p:nvPr/>
        </p:nvSpPr>
        <p:spPr>
          <a:xfrm>
            <a:off x="6602228" y="4520751"/>
            <a:ext cx="1219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Small edge model for adaption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AFDEE82-1130-5EB0-427B-6FD388E6034B}"/>
              </a:ext>
            </a:extLst>
          </p:cNvPr>
          <p:cNvSpPr txBox="1"/>
          <p:nvPr/>
        </p:nvSpPr>
        <p:spPr>
          <a:xfrm>
            <a:off x="4435840" y="5699324"/>
            <a:ext cx="95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Modulation classification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5C261A86-5DE1-6043-A23E-BD5A822A2F36}"/>
              </a:ext>
            </a:extLst>
          </p:cNvPr>
          <p:cNvSpPr txBox="1"/>
          <p:nvPr/>
        </p:nvSpPr>
        <p:spPr>
          <a:xfrm>
            <a:off x="5982096" y="5700493"/>
            <a:ext cx="95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Spectrum sensing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628E4784-6318-0DA8-A4B6-8F7FD5723E67}"/>
              </a:ext>
            </a:extLst>
          </p:cNvPr>
          <p:cNvSpPr txBox="1"/>
          <p:nvPr/>
        </p:nvSpPr>
        <p:spPr>
          <a:xfrm>
            <a:off x="5253441" y="5698792"/>
            <a:ext cx="95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Channel prediction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73CE29EE-92B4-D275-0009-AE27FF5949D0}"/>
              </a:ext>
            </a:extLst>
          </p:cNvPr>
          <p:cNvSpPr txBox="1"/>
          <p:nvPr/>
        </p:nvSpPr>
        <p:spPr>
          <a:xfrm>
            <a:off x="6718070" y="5707002"/>
            <a:ext cx="9509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Resource allocation</a:t>
            </a:r>
          </a:p>
        </p:txBody>
      </p:sp>
      <p:pic>
        <p:nvPicPr>
          <p:cNvPr id="2049" name="Picture 204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8161A7D-502A-8808-FA9E-5F32001BDA0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195" y="5454594"/>
            <a:ext cx="274320" cy="274320"/>
          </a:xfrm>
          <a:prstGeom prst="rect">
            <a:avLst/>
          </a:prstGeom>
        </p:spPr>
      </p:pic>
      <p:pic>
        <p:nvPicPr>
          <p:cNvPr id="2052" name="Picture 205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941FAD-1095-38A0-C766-8A9073911E50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8783" y="5437152"/>
            <a:ext cx="274320" cy="274320"/>
          </a:xfrm>
          <a:prstGeom prst="rect">
            <a:avLst/>
          </a:prstGeom>
        </p:spPr>
      </p:pic>
      <p:pic>
        <p:nvPicPr>
          <p:cNvPr id="2059" name="Picture 205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F71A62-040F-8134-57E8-68DF4A15CA3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240" y="5440846"/>
            <a:ext cx="274320" cy="274320"/>
          </a:xfrm>
          <a:prstGeom prst="rect">
            <a:avLst/>
          </a:prstGeom>
        </p:spPr>
      </p:pic>
      <p:pic>
        <p:nvPicPr>
          <p:cNvPr id="2061" name="Picture 206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CA7E4AF-17FF-8966-63E1-BBC5356D75A4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447" y="5443449"/>
            <a:ext cx="274320" cy="274320"/>
          </a:xfrm>
          <a:prstGeom prst="rect">
            <a:avLst/>
          </a:prstGeom>
        </p:spPr>
      </p:pic>
      <p:cxnSp>
        <p:nvCxnSpPr>
          <p:cNvPr id="2062" name="Straight Arrow Connector 2061">
            <a:extLst>
              <a:ext uri="{FF2B5EF4-FFF2-40B4-BE49-F238E27FC236}">
                <a16:creationId xmlns:a16="http://schemas.microsoft.com/office/drawing/2014/main" id="{C4E07247-4DF3-FC56-22D6-CBF7A43795C1}"/>
              </a:ext>
            </a:extLst>
          </p:cNvPr>
          <p:cNvCxnSpPr>
            <a:cxnSpLocks/>
          </p:cNvCxnSpPr>
          <p:nvPr/>
        </p:nvCxnSpPr>
        <p:spPr>
          <a:xfrm>
            <a:off x="5917654" y="5177086"/>
            <a:ext cx="117883" cy="184096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06" name="Picture 2105" descr="A diagram of a wireless foundation model&#10;&#10;AI-generated content may be incorrect.">
            <a:extLst>
              <a:ext uri="{FF2B5EF4-FFF2-40B4-BE49-F238E27FC236}">
                <a16:creationId xmlns:a16="http://schemas.microsoft.com/office/drawing/2014/main" id="{8E12BCD6-8A49-C23C-0532-D6B7ADEA724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3849" y="3850104"/>
            <a:ext cx="3000232" cy="227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9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287</Words>
  <Application>Microsoft Office PowerPoint</Application>
  <PresentationFormat>Widescreen</PresentationFormat>
  <Paragraphs>131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Public Sans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Faysal, Atik</dc:creator>
  <cp:lastModifiedBy>Rostami, Mohammad</cp:lastModifiedBy>
  <cp:revision>64</cp:revision>
  <dcterms:created xsi:type="dcterms:W3CDTF">2025-10-24T15:52:59Z</dcterms:created>
  <dcterms:modified xsi:type="dcterms:W3CDTF">2025-11-05T00:57:15Z</dcterms:modified>
</cp:coreProperties>
</file>